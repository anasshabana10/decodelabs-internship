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1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handoutMasterIdLst>
    <p:handoutMasterId r:id="rId19"/>
  </p:handoutMasterIdLst>
  <p:sldIdLst>
    <p:sldId id="271" r:id="rId3"/>
    <p:sldId id="294" r:id="rId5"/>
    <p:sldId id="279" r:id="rId6"/>
    <p:sldId id="280" r:id="rId7"/>
    <p:sldId id="296" r:id="rId8"/>
    <p:sldId id="261" r:id="rId9"/>
    <p:sldId id="297" r:id="rId10"/>
    <p:sldId id="298" r:id="rId11"/>
    <p:sldId id="299" r:id="rId12"/>
    <p:sldId id="300" r:id="rId13"/>
    <p:sldId id="266" r:id="rId14"/>
    <p:sldId id="290" r:id="rId15"/>
    <p:sldId id="291" r:id="rId16"/>
    <p:sldId id="301" r:id="rId17"/>
    <p:sldId id="29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59"/>
        <p:guide pos="28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1.png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image" Target="../media/image2.png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0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image" Target="../media/image2.png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tags" Target="../tags/tag63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image" Target="../media/image2.png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6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3590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9" name="副标题"/>
          <p:cNvSpPr txBox="1">
            <a:spLocks noGrp="1"/>
          </p:cNvSpPr>
          <p:nvPr>
            <p:ph type="body" idx="3" hasCustomPrompt="1"/>
            <p:custDataLst>
              <p:tags r:id="rId5"/>
            </p:custDataLst>
          </p:nvPr>
        </p:nvSpPr>
        <p:spPr>
          <a:xfrm>
            <a:off x="863918" y="1881664"/>
            <a:ext cx="4757261" cy="597694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text</a:t>
            </a:r>
            <a:endParaRPr dirty="0"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6"/>
            </p:custDataLst>
          </p:nvPr>
        </p:nvSpPr>
        <p:spPr>
          <a:xfrm>
            <a:off x="863918" y="2593181"/>
            <a:ext cx="7071836" cy="123586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7"/>
            </p:custDataLst>
          </p:nvPr>
        </p:nvSpPr>
        <p:spPr>
          <a:xfrm>
            <a:off x="863918" y="3935730"/>
            <a:ext cx="1585913" cy="319564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05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wrap="square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3590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pic>
        <p:nvPicPr>
          <p:cNvPr id="9" name="图片 8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952" y="2364581"/>
            <a:ext cx="6464300" cy="3636169"/>
          </a:xfrm>
          <a:prstGeom prst="rect">
            <a:avLst/>
          </a:prstGeom>
        </p:spPr>
      </p:pic>
      <p:cxnSp>
        <p:nvCxnSpPr>
          <p:cNvPr id="20" name="直接连接符 19"/>
          <p:cNvCxnSpPr/>
          <p:nvPr userDrawn="1">
            <p:custDataLst>
              <p:tags r:id="rId5"/>
            </p:custDataLst>
          </p:nvPr>
        </p:nvCxnSpPr>
        <p:spPr>
          <a:xfrm>
            <a:off x="7950518" y="1739741"/>
            <a:ext cx="740569" cy="0"/>
          </a:xfrm>
          <a:prstGeom prst="line">
            <a:avLst/>
          </a:prstGeom>
          <a:ln w="25400" cap="rnd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 userDrawn="1">
            <p:custDataLst>
              <p:tags r:id="rId6"/>
            </p:custDataLst>
          </p:nvPr>
        </p:nvCxnSpPr>
        <p:spPr>
          <a:xfrm>
            <a:off x="-952" y="2052161"/>
            <a:ext cx="9144953" cy="0"/>
          </a:xfrm>
          <a:prstGeom prst="line">
            <a:avLst/>
          </a:prstGeom>
          <a:ln w="3175">
            <a:solidFill>
              <a:schemeClr val="lt1">
                <a:alpha val="2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4772025" y="1255871"/>
            <a:ext cx="3999548" cy="48387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rmAutofit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r"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3590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5"/>
            </p:custDataLst>
          </p:nvPr>
        </p:nvSpPr>
        <p:spPr>
          <a:xfrm>
            <a:off x="805339" y="2008823"/>
            <a:ext cx="4221480" cy="8558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2400" b="0" i="0" u="none" strike="noStrike" kern="1200" cap="none" spc="0" normalizeH="0" baseline="0" noProof="1" dirty="0">
                <a:ln>
                  <a:solidFill>
                    <a:schemeClr val="bg1"/>
                  </a:solidFill>
                </a:ln>
                <a:solidFill>
                  <a:srgbClr val="FFFFFF"/>
                </a:solidFill>
                <a:latin typeface="+mn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n-lt"/>
                <a:sym typeface="+mn-ea"/>
              </a:rPr>
              <a:t>Click to add text</a:t>
            </a:r>
            <a:endParaRPr dirty="0" err="1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6"/>
            </p:custDataLst>
          </p:nvPr>
        </p:nvSpPr>
        <p:spPr>
          <a:xfrm>
            <a:off x="805339" y="2933224"/>
            <a:ext cx="6421279" cy="219694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10000"/>
              </a:lnSpc>
              <a:buClrTx/>
              <a:buSzTx/>
              <a:buFontTx/>
              <a:buNone/>
              <a:defRPr kumimoji="0" lang="en-US" sz="4050" b="0" i="0" u="none" strike="noStrike" kern="1200" cap="none" spc="0" normalizeH="0" baseline="0" noProof="1" dirty="0" err="1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lnSpc>
                <a:spcPct val="110000"/>
              </a:lnSpc>
              <a:buClrTx/>
              <a:buSzTx/>
              <a:buFontTx/>
            </a:pPr>
            <a:r>
              <a:rPr dirty="0" err="1">
                <a:latin typeface="+mj-lt"/>
                <a:sym typeface="+mn-ea"/>
              </a:rPr>
              <a:t>Click to add title</a:t>
            </a:r>
            <a:endParaRPr dirty="0" err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6"/>
            </p:custDataLst>
          </p:nvPr>
        </p:nvSpPr>
        <p:spPr>
          <a:xfrm>
            <a:off x="521970" y="1833563"/>
            <a:ext cx="3992880" cy="3656888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4629150" y="1833563"/>
            <a:ext cx="3992880" cy="3656888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459000" y="5593050"/>
            <a:ext cx="2025000" cy="237600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5593050"/>
            <a:ext cx="2970000" cy="23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658200" y="5593050"/>
            <a:ext cx="2025000" cy="237600"/>
          </a:xfrm>
        </p:spPr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21732" y="1127250"/>
            <a:ext cx="8100298" cy="648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u="none" strike="noStrike" kern="1200" cap="none" spc="0" normalizeH="0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52197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 u="none" strike="noStrike" kern="1200" cap="none" spc="0" normalizeH="0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7"/>
            </p:custDataLst>
          </p:nvPr>
        </p:nvSpPr>
        <p:spPr>
          <a:xfrm>
            <a:off x="521970" y="2263574"/>
            <a:ext cx="3992880" cy="3225207"/>
          </a:xfrm>
        </p:spPr>
        <p:txBody>
          <a:bodyPr wrap="square">
            <a:normAutofit/>
          </a:bodyPr>
          <a:lstStyle>
            <a:lvl1pPr>
              <a:defRPr sz="165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8"/>
            </p:custDataLst>
          </p:nvPr>
        </p:nvSpPr>
        <p:spPr>
          <a:xfrm>
            <a:off x="4629150" y="1833563"/>
            <a:ext cx="3992880" cy="308477"/>
          </a:xfrm>
        </p:spPr>
        <p:txBody>
          <a:bodyPr wrap="square" anchor="b">
            <a:normAutofit/>
          </a:bodyPr>
          <a:lstStyle>
            <a:lvl1pPr marL="0" indent="0">
              <a:buNone/>
              <a:defRPr sz="1800" b="1" u="none" strike="noStrike" kern="1200" cap="none" spc="0" normalizeH="0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9"/>
            </p:custDataLst>
          </p:nvPr>
        </p:nvSpPr>
        <p:spPr>
          <a:xfrm>
            <a:off x="4629150" y="2263574"/>
            <a:ext cx="3992880" cy="3225207"/>
          </a:xfrm>
        </p:spPr>
        <p:txBody>
          <a:bodyPr wrap="square">
            <a:normAutofit/>
          </a:bodyPr>
          <a:lstStyle>
            <a:lvl1pPr>
              <a:defRPr sz="1650" u="none" strike="noStrike" kern="1200" cap="none" spc="0" normalizeH="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2"/>
            </p:custDataLst>
          </p:nvPr>
        </p:nvSpPr>
        <p:spPr>
          <a:xfrm>
            <a:off x="456248" y="1032986"/>
            <a:ext cx="8226743" cy="589598"/>
          </a:xfrm>
          <a:prstGeom prst="rect">
            <a:avLst/>
          </a:prstGeom>
          <a:noFill/>
        </p:spPr>
        <p:txBody>
          <a:bodyPr wrap="square" lIns="36195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5"/>
            </p:custDataLst>
          </p:nvPr>
        </p:nvSpPr>
        <p:spPr>
          <a:xfrm>
            <a:off x="521970" y="1127284"/>
            <a:ext cx="8101489" cy="4363403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solidFill>
                  <a:srgbClr val="FFFFFF"/>
                </a:solidFill>
                <a:uFillTx/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21732" y="1127250"/>
            <a:ext cx="8099315" cy="648000"/>
          </a:xfrm>
        </p:spPr>
        <p:txBody>
          <a:bodyPr wrap="square">
            <a:normAutofit/>
          </a:bodyPr>
          <a:lstStyle>
            <a:lvl1pPr>
              <a:defRPr u="none" strike="noStrike" kern="1200" cap="none" spc="0" normalizeH="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521970" y="1833563"/>
            <a:ext cx="8099316" cy="304165"/>
          </a:xfrm>
        </p:spPr>
        <p:txBody>
          <a:bodyPr wrap="square" anchor="t">
            <a:normAutofit/>
          </a:bodyPr>
          <a:lstStyle>
            <a:lvl1pPr marL="0" indent="0">
              <a:buNone/>
              <a:defRPr sz="1800" b="0" u="none" strike="noStrike" kern="1200" cap="none" spc="0" normalizeH="0">
                <a:latin typeface="+mj-lt"/>
              </a:defRPr>
            </a:lvl1pPr>
            <a:lvl2pPr marL="342900" indent="0">
              <a:buNone/>
              <a:defRPr sz="1500" b="1">
                <a:latin typeface="+mj-lt"/>
              </a:defRPr>
            </a:lvl2pPr>
            <a:lvl3pPr marL="685800" indent="0">
              <a:buNone/>
              <a:defRPr sz="1350" b="1">
                <a:latin typeface="+mj-lt"/>
              </a:defRPr>
            </a:lvl3pPr>
            <a:lvl4pPr marL="1028700" indent="0">
              <a:buNone/>
              <a:defRPr sz="1200" b="1">
                <a:latin typeface="+mj-lt"/>
              </a:defRPr>
            </a:lvl4pPr>
            <a:lvl5pPr marL="1371600" indent="0">
              <a:buNone/>
              <a:defRPr sz="1200" b="1">
                <a:latin typeface="+mj-lt"/>
              </a:defRPr>
            </a:lvl5pPr>
            <a:lvl6pPr marL="1714500" indent="0">
              <a:buNone/>
              <a:defRPr sz="1200" b="1">
                <a:latin typeface="+mj-lt"/>
              </a:defRPr>
            </a:lvl6pPr>
            <a:lvl7pPr marL="2057400" indent="0">
              <a:buNone/>
              <a:defRPr sz="1200" b="1">
                <a:latin typeface="+mj-lt"/>
              </a:defRPr>
            </a:lvl7pPr>
            <a:lvl8pPr marL="2400300" indent="0">
              <a:buNone/>
              <a:defRPr sz="1200" b="1">
                <a:latin typeface="+mj-lt"/>
              </a:defRPr>
            </a:lvl8pPr>
            <a:lvl9pPr marL="2743200" indent="0">
              <a:buNone/>
              <a:defRPr sz="12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>
            <p:custDataLst>
              <p:tags r:id="rId2"/>
            </p:custDataLst>
          </p:nvPr>
        </p:nvSpPr>
        <p:spPr>
          <a:xfrm>
            <a:off x="0" y="857250"/>
            <a:ext cx="913590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/>
          </a:p>
        </p:txBody>
      </p:sp>
      <p:pic>
        <p:nvPicPr>
          <p:cNvPr id="10" name="图片 9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V="1">
            <a:off x="5029201" y="857249"/>
            <a:ext cx="4114799" cy="231457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1591003"/>
            <a:ext cx="7839551" cy="4409747"/>
          </a:xfrm>
          <a:prstGeom prst="rect">
            <a:avLst/>
          </a:prstGeom>
        </p:spPr>
      </p:pic>
      <p:sp>
        <p:nvSpPr>
          <p:cNvPr id="8" name="署名"/>
          <p:cNvSpPr txBox="1">
            <a:spLocks noGrp="1"/>
          </p:cNvSpPr>
          <p:nvPr>
            <p:ph type="body" idx="3" hasCustomPrompt="1"/>
            <p:custDataLst>
              <p:tags r:id="rId6"/>
            </p:custDataLst>
          </p:nvPr>
        </p:nvSpPr>
        <p:spPr>
          <a:xfrm>
            <a:off x="3778568" y="3986689"/>
            <a:ext cx="1585913" cy="319564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12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wrap="square" lIns="91440" tIns="0" rIns="9144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1050" b="1" i="0" u="none" strike="noStrike" kern="1200" cap="none" spc="0" normalizeH="0" baseline="0" noProof="1" dirty="0">
                <a:solidFill>
                  <a:schemeClr val="accent1"/>
                </a:solidFill>
                <a:latin typeface="+mn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lang="en-US" dirty="0">
                <a:latin typeface="+mn-lt"/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7"/>
            </p:custDataLst>
          </p:nvPr>
        </p:nvSpPr>
        <p:spPr>
          <a:xfrm>
            <a:off x="1347311" y="2356961"/>
            <a:ext cx="6704648" cy="113871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45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latin typeface="+mj-lt"/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28650" y="5624513"/>
            <a:ext cx="2057400" cy="273844"/>
          </a:xfrm>
        </p:spPr>
        <p:txBody>
          <a:bodyPr/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5624513"/>
            <a:ext cx="2057400" cy="273844"/>
          </a:xfrm>
        </p:spPr>
        <p:txBody>
          <a:bodyPr/>
          <a:lstStyle/>
          <a:p>
            <a:fld id="{565CE74E-AB26-4998-AD42-012C4C1AD076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 algn="ctr">
              <a:defRPr sz="3200">
                <a:solidFill>
                  <a:srgbClr val="333333"/>
                </a:solidFill>
              </a:defRPr>
            </a:lvl1pPr>
          </a:lstStyle>
          <a:p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78.xml"/><Relationship Id="rId20" Type="http://schemas.openxmlformats.org/officeDocument/2006/relationships/tags" Target="../tags/tag77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6.xml"/><Relationship Id="rId18" Type="http://schemas.openxmlformats.org/officeDocument/2006/relationships/tags" Target="../tags/tag75.xml"/><Relationship Id="rId17" Type="http://schemas.openxmlformats.org/officeDocument/2006/relationships/tags" Target="../tags/tag74.xml"/><Relationship Id="rId16" Type="http://schemas.openxmlformats.org/officeDocument/2006/relationships/tags" Target="../tags/tag73.xml"/><Relationship Id="rId15" Type="http://schemas.openxmlformats.org/officeDocument/2006/relationships/image" Target="../media/image3.png"/><Relationship Id="rId14" Type="http://schemas.openxmlformats.org/officeDocument/2006/relationships/tags" Target="../tags/tag72.xml"/><Relationship Id="rId13" Type="http://schemas.openxmlformats.org/officeDocument/2006/relationships/tags" Target="../tags/tag7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 userDrawn="1">
            <p:custDataLst>
              <p:tags r:id="rId13"/>
            </p:custDataLst>
          </p:nvPr>
        </p:nvSpPr>
        <p:spPr>
          <a:xfrm>
            <a:off x="0" y="857250"/>
            <a:ext cx="9135904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1350">
              <a:latin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14"/>
            </p:custDataLst>
          </p:nvPr>
        </p:nvPicPr>
        <p:blipFill rotWithShape="1">
          <a:blip r:embed="rId15" cstate="print">
            <a:alphaModFix amt="56000"/>
            <a:duotone>
              <a:prstClr val="black"/>
              <a:schemeClr val="accent1">
                <a:tint val="45000"/>
                <a:satMod val="400000"/>
              </a:schemeClr>
            </a:duotone>
            <a:lum bright="24000" contras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21"/>
          <a:stretch>
            <a:fillRect/>
          </a:stretch>
        </p:blipFill>
        <p:spPr>
          <a:xfrm>
            <a:off x="1044001" y="1127250"/>
            <a:ext cx="8100000" cy="4873500"/>
          </a:xfrm>
          <a:custGeom>
            <a:avLst/>
            <a:gdLst>
              <a:gd name="connsiteX0" fmla="*/ 0 w 7124699"/>
              <a:gd name="connsiteY0" fmla="*/ 0 h 4095750"/>
              <a:gd name="connsiteX1" fmla="*/ 7124699 w 7124699"/>
              <a:gd name="connsiteY1" fmla="*/ 0 h 4095750"/>
              <a:gd name="connsiteX2" fmla="*/ 7124699 w 7124699"/>
              <a:gd name="connsiteY2" fmla="*/ 4095750 h 4095750"/>
              <a:gd name="connsiteX3" fmla="*/ 0 w 7124699"/>
              <a:gd name="connsiteY3" fmla="*/ 4095750 h 409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24699" h="4095750">
                <a:moveTo>
                  <a:pt x="0" y="0"/>
                </a:moveTo>
                <a:lnTo>
                  <a:pt x="7124699" y="0"/>
                </a:lnTo>
                <a:lnTo>
                  <a:pt x="7124699" y="4095750"/>
                </a:lnTo>
                <a:lnTo>
                  <a:pt x="0" y="4095750"/>
                </a:lnTo>
                <a:close/>
              </a:path>
            </a:pathLst>
          </a:custGeom>
        </p:spPr>
      </p:pic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16"/>
            </p:custDataLst>
          </p:nvPr>
        </p:nvSpPr>
        <p:spPr>
          <a:xfrm>
            <a:off x="521970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17"/>
            </p:custDataLst>
          </p:nvPr>
        </p:nvSpPr>
        <p:spPr>
          <a:xfrm>
            <a:off x="3028950" y="5624513"/>
            <a:ext cx="30861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18"/>
            </p:custDataLst>
          </p:nvPr>
        </p:nvSpPr>
        <p:spPr>
          <a:xfrm>
            <a:off x="6565487" y="5624513"/>
            <a:ext cx="2057400" cy="273844"/>
          </a:xfrm>
        </p:spPr>
        <p:txBody>
          <a:bodyPr/>
          <a:lstStyle>
            <a:lvl1pPr>
              <a:defRPr>
                <a:latin typeface="Arial" panose="020B0604020202020204" pitchFamily="34" charset="0"/>
              </a:defRPr>
            </a:lvl1pPr>
          </a:lstStyle>
          <a:p>
            <a:fld id="{565CE74E-AB26-4998-AD42-012C4C1AD076}" type="slidenum">
              <a:rPr lang="en-US" smtClean="0"/>
            </a:fld>
            <a:endParaRPr 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21"/>
            <p:custDataLst>
              <p:tags r:id="rId19"/>
            </p:custDataLst>
          </p:nvPr>
        </p:nvSpPr>
        <p:spPr>
          <a:xfrm>
            <a:off x="521970" y="1833562"/>
            <a:ext cx="8100000" cy="36552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3" name="标题占位符 2"/>
          <p:cNvSpPr txBox="1"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21970" y="1127250"/>
            <a:ext cx="8100000" cy="540000"/>
          </a:xfrm>
          <a:prstGeom prst="rect">
            <a:avLst/>
          </a:prstGeom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400" b="0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sym typeface="+mn-ea"/>
              </a:defRPr>
            </a:lvl1pPr>
          </a:lstStyle>
          <a:p>
            <a:pPr lvl="0"/>
            <a:r>
              <a:rPr>
                <a:latin typeface="+mj-lt"/>
                <a:sym typeface="+mn-ea"/>
              </a:rPr>
              <a:t>Click to add title</a:t>
            </a:r>
            <a:endParaRPr>
              <a:sym typeface="+mn-ea"/>
            </a:endParaRPr>
          </a:p>
        </p:txBody>
      </p:sp>
      <p:sp>
        <p:nvSpPr>
          <p:cNvPr id="6" name="KSO_TEMPLATE" hidden="1"/>
          <p:cNvSpPr/>
          <p:nvPr userDrawn="1">
            <p:custDataLst>
              <p:tags r:id="rId21"/>
            </p:custDataLst>
          </p:nvPr>
        </p:nvSpPr>
        <p:spPr>
          <a:xfrm>
            <a:off x="0" y="85725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/>
            <a:endParaRPr lang="zh-CN" altLang="en-US" sz="135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0" lang="en-US" sz="1350" b="0" i="0" u="none" strike="noStrike" kern="1200" cap="none" spc="0" normalizeH="0" baseline="0" noProof="1" dirty="0" smtClean="0">
          <a:ln>
            <a:noFill/>
            <a:prstDash val="sysDot"/>
          </a:ln>
          <a:solidFill>
            <a:srgbClr val="FFFFFF"/>
          </a:solidFill>
          <a:uFillTx/>
          <a:latin typeface="Arial" panose="020B0604020202020204" pitchFamily="34" charset="0"/>
          <a:sym typeface="Arial" panose="020B0604020202020204" pitchFamily="34" charset="0"/>
        </a:defRPr>
      </a:lvl1pPr>
      <a:lvl2pPr marL="5143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2pPr>
      <a:lvl3pPr marL="8572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3pPr>
      <a:lvl4pPr marL="12001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 smtClean="0">
          <a:solidFill>
            <a:srgbClr val="FFFFFF"/>
          </a:solidFill>
          <a:uFillTx/>
          <a:latin typeface="+mn-ea"/>
        </a:defRPr>
      </a:lvl4pPr>
      <a:lvl5pPr marL="1543050" marR="0" indent="-171450" algn="l" defTabSz="685800" rtl="0" eaLnBrk="1" fontAlgn="auto" latinLnBrk="0" hangingPunct="1">
        <a:lnSpc>
          <a:spcPct val="120000"/>
        </a:lnSpc>
        <a:spcBef>
          <a:spcPts val="900"/>
        </a:spcBef>
        <a:spcAft>
          <a:spcPts val="0"/>
        </a:spcAft>
        <a:buFont typeface="Arial" panose="020B0604020202020204" pitchFamily="34" charset="0"/>
        <a:buChar char="•"/>
        <a:defRPr kumimoji="0" lang="en-US" sz="1200" b="0" i="0" u="none" strike="noStrike" kern="1200" cap="none" spc="150" normalizeH="0" baseline="0" dirty="0">
          <a:solidFill>
            <a:srgbClr val="FFFFFF"/>
          </a:solidFill>
          <a:uFillTx/>
          <a:latin typeface="+mn-ea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tags" Target="../tags/tag79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0.xml"/><Relationship Id="rId8" Type="http://schemas.openxmlformats.org/officeDocument/2006/relationships/tags" Target="../tags/tag89.xml"/><Relationship Id="rId7" Type="http://schemas.openxmlformats.org/officeDocument/2006/relationships/tags" Target="../tags/tag88.xml"/><Relationship Id="rId6" Type="http://schemas.openxmlformats.org/officeDocument/2006/relationships/tags" Target="../tags/tag87.xml"/><Relationship Id="rId5" Type="http://schemas.openxmlformats.org/officeDocument/2006/relationships/tags" Target="../tags/tag86.xml"/><Relationship Id="rId4" Type="http://schemas.openxmlformats.org/officeDocument/2006/relationships/tags" Target="../tags/tag85.xml"/><Relationship Id="rId3" Type="http://schemas.openxmlformats.org/officeDocument/2006/relationships/tags" Target="../tags/tag84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83.xml"/><Relationship Id="rId19" Type="http://schemas.openxmlformats.org/officeDocument/2006/relationships/tags" Target="../tags/tag98.xml"/><Relationship Id="rId18" Type="http://schemas.openxmlformats.org/officeDocument/2006/relationships/image" Target="../media/image5.svg"/><Relationship Id="rId17" Type="http://schemas.openxmlformats.org/officeDocument/2006/relationships/image" Target="../media/image4.png"/><Relationship Id="rId16" Type="http://schemas.openxmlformats.org/officeDocument/2006/relationships/tags" Target="../tags/tag97.xml"/><Relationship Id="rId15" Type="http://schemas.openxmlformats.org/officeDocument/2006/relationships/tags" Target="../tags/tag96.xml"/><Relationship Id="rId14" Type="http://schemas.openxmlformats.org/officeDocument/2006/relationships/tags" Target="../tags/tag95.xml"/><Relationship Id="rId13" Type="http://schemas.openxmlformats.org/officeDocument/2006/relationships/tags" Target="../tags/tag94.xml"/><Relationship Id="rId12" Type="http://schemas.openxmlformats.org/officeDocument/2006/relationships/tags" Target="../tags/tag93.xml"/><Relationship Id="rId11" Type="http://schemas.openxmlformats.org/officeDocument/2006/relationships/tags" Target="../tags/tag92.xml"/><Relationship Id="rId10" Type="http://schemas.openxmlformats.org/officeDocument/2006/relationships/tags" Target="../tags/tag91.xml"/><Relationship Id="rId1" Type="http://schemas.openxmlformats.org/officeDocument/2006/relationships/tags" Target="../tags/tag8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tags" Target="../tags/tag104.xml"/><Relationship Id="rId5" Type="http://schemas.openxmlformats.org/officeDocument/2006/relationships/tags" Target="../tags/tag103.xml"/><Relationship Id="rId4" Type="http://schemas.openxmlformats.org/officeDocument/2006/relationships/tags" Target="../tags/tag102.xml"/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2" Type="http://schemas.openxmlformats.org/officeDocument/2006/relationships/notesSlide" Target="../notesSlides/notesSlide3.xml"/><Relationship Id="rId11" Type="http://schemas.openxmlformats.org/officeDocument/2006/relationships/slideLayout" Target="../slideLayouts/slideLayout3.xml"/><Relationship Id="rId10" Type="http://schemas.openxmlformats.org/officeDocument/2006/relationships/tags" Target="../tags/tag108.xml"/><Relationship Id="rId1" Type="http://schemas.openxmlformats.org/officeDocument/2006/relationships/tags" Target="../tags/tag9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tags" Target="../tags/tag10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8" Type="http://schemas.openxmlformats.org/officeDocument/2006/relationships/notesSlide" Target="../notesSlides/notesSlide5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136.xml"/><Relationship Id="rId15" Type="http://schemas.openxmlformats.org/officeDocument/2006/relationships/image" Target="../media/image7.png"/><Relationship Id="rId14" Type="http://schemas.openxmlformats.org/officeDocument/2006/relationships/image" Target="../media/image6.png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tags" Target="../tags/tag123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39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tags" Target="../tags/tag138.xml"/><Relationship Id="rId1" Type="http://schemas.openxmlformats.org/officeDocument/2006/relationships/tags" Target="../tags/tag13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" Type="http://schemas.openxmlformats.org/officeDocument/2006/relationships/tags" Target="../tags/tag141.xml"/><Relationship Id="rId14" Type="http://schemas.openxmlformats.org/officeDocument/2006/relationships/notesSlide" Target="../notesSlides/notesSlide6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49.xml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tags" Target="../tags/tag140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15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tags" Target="../tags/tag152.xml"/><Relationship Id="rId2" Type="http://schemas.openxmlformats.org/officeDocument/2006/relationships/tags" Target="../tags/tag151.xml"/><Relationship Id="rId1" Type="http://schemas.openxmlformats.org/officeDocument/2006/relationships/tags" Target="../tags/tag150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56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tags" Target="../tags/tag155.xml"/><Relationship Id="rId1" Type="http://schemas.openxmlformats.org/officeDocument/2006/relationships/tags" Target="../tags/tag15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17.png"/><Relationship Id="rId8" Type="http://schemas.openxmlformats.org/officeDocument/2006/relationships/image" Target="../media/image16.png"/><Relationship Id="rId7" Type="http://schemas.openxmlformats.org/officeDocument/2006/relationships/tags" Target="../tags/tag163.xml"/><Relationship Id="rId6" Type="http://schemas.openxmlformats.org/officeDocument/2006/relationships/tags" Target="../tags/tag162.xml"/><Relationship Id="rId5" Type="http://schemas.openxmlformats.org/officeDocument/2006/relationships/tags" Target="../tags/tag161.xml"/><Relationship Id="rId4" Type="http://schemas.openxmlformats.org/officeDocument/2006/relationships/tags" Target="../tags/tag160.xml"/><Relationship Id="rId3" Type="http://schemas.openxmlformats.org/officeDocument/2006/relationships/tags" Target="../tags/tag159.xml"/><Relationship Id="rId2" Type="http://schemas.openxmlformats.org/officeDocument/2006/relationships/tags" Target="../tags/tag158.xml"/><Relationship Id="rId12" Type="http://schemas.openxmlformats.org/officeDocument/2006/relationships/notesSlide" Target="../notesSlides/notesSlide9.xml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164.xml"/><Relationship Id="rId1" Type="http://schemas.openxmlformats.org/officeDocument/2006/relationships/tags" Target="../tags/tag157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167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0.xml"/><Relationship Id="rId2" Type="http://schemas.openxmlformats.org/officeDocument/2006/relationships/tags" Target="../tags/tag169.xml"/><Relationship Id="rId1" Type="http://schemas.openxmlformats.org/officeDocument/2006/relationships/tags" Target="../tags/tag168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173.xml"/><Relationship Id="rId2" Type="http://schemas.openxmlformats.org/officeDocument/2006/relationships/tags" Target="../tags/tag172.xml"/><Relationship Id="rId1" Type="http://schemas.openxmlformats.org/officeDocument/2006/relationships/tags" Target="../tags/tag17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82.xml"/><Relationship Id="rId8" Type="http://schemas.openxmlformats.org/officeDocument/2006/relationships/tags" Target="../tags/tag181.xml"/><Relationship Id="rId7" Type="http://schemas.openxmlformats.org/officeDocument/2006/relationships/tags" Target="../tags/tag180.xml"/><Relationship Id="rId6" Type="http://schemas.openxmlformats.org/officeDocument/2006/relationships/tags" Target="../tags/tag179.xml"/><Relationship Id="rId5" Type="http://schemas.openxmlformats.org/officeDocument/2006/relationships/tags" Target="../tags/tag178.xml"/><Relationship Id="rId4" Type="http://schemas.openxmlformats.org/officeDocument/2006/relationships/tags" Target="../tags/tag177.xml"/><Relationship Id="rId3" Type="http://schemas.openxmlformats.org/officeDocument/2006/relationships/tags" Target="../tags/tag176.xml"/><Relationship Id="rId28" Type="http://schemas.openxmlformats.org/officeDocument/2006/relationships/notesSlide" Target="../notesSlides/notesSlide12.xml"/><Relationship Id="rId27" Type="http://schemas.openxmlformats.org/officeDocument/2006/relationships/slideLayout" Target="../slideLayouts/slideLayout12.xml"/><Relationship Id="rId26" Type="http://schemas.openxmlformats.org/officeDocument/2006/relationships/tags" Target="../tags/tag191.xml"/><Relationship Id="rId25" Type="http://schemas.openxmlformats.org/officeDocument/2006/relationships/tags" Target="../tags/tag190.xml"/><Relationship Id="rId24" Type="http://schemas.openxmlformats.org/officeDocument/2006/relationships/tags" Target="../tags/tag189.xml"/><Relationship Id="rId23" Type="http://schemas.openxmlformats.org/officeDocument/2006/relationships/tags" Target="../tags/tag188.xml"/><Relationship Id="rId22" Type="http://schemas.openxmlformats.org/officeDocument/2006/relationships/tags" Target="../tags/tag187.xml"/><Relationship Id="rId21" Type="http://schemas.openxmlformats.org/officeDocument/2006/relationships/image" Target="../media/image27.svg"/><Relationship Id="rId20" Type="http://schemas.openxmlformats.org/officeDocument/2006/relationships/image" Target="../media/image26.png"/><Relationship Id="rId2" Type="http://schemas.openxmlformats.org/officeDocument/2006/relationships/tags" Target="../tags/tag175.xml"/><Relationship Id="rId19" Type="http://schemas.openxmlformats.org/officeDocument/2006/relationships/tags" Target="../tags/tag186.xml"/><Relationship Id="rId18" Type="http://schemas.openxmlformats.org/officeDocument/2006/relationships/image" Target="../media/image25.svg"/><Relationship Id="rId17" Type="http://schemas.openxmlformats.org/officeDocument/2006/relationships/image" Target="../media/image24.png"/><Relationship Id="rId16" Type="http://schemas.openxmlformats.org/officeDocument/2006/relationships/tags" Target="../tags/tag185.xml"/><Relationship Id="rId15" Type="http://schemas.openxmlformats.org/officeDocument/2006/relationships/image" Target="../media/image23.svg"/><Relationship Id="rId14" Type="http://schemas.openxmlformats.org/officeDocument/2006/relationships/image" Target="../media/image22.png"/><Relationship Id="rId13" Type="http://schemas.openxmlformats.org/officeDocument/2006/relationships/tags" Target="../tags/tag184.xml"/><Relationship Id="rId12" Type="http://schemas.openxmlformats.org/officeDocument/2006/relationships/image" Target="../media/image21.svg"/><Relationship Id="rId11" Type="http://schemas.openxmlformats.org/officeDocument/2006/relationships/image" Target="../media/image20.png"/><Relationship Id="rId10" Type="http://schemas.openxmlformats.org/officeDocument/2006/relationships/tags" Target="../tags/tag183.xml"/><Relationship Id="rId1" Type="http://schemas.openxmlformats.org/officeDocument/2006/relationships/tags" Target="../tags/tag17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1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tags" Target="../tags/tag19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sz="3100">
                <a:solidFill>
                  <a:schemeClr val="tx1"/>
                </a:solidFill>
              </a:rPr>
              <a:t>DecodeLabs Industrial Training Kit – Project 3</a:t>
            </a:r>
            <a:endParaRPr sz="3100">
              <a:solidFill>
                <a:schemeClr val="tx1"/>
              </a:solidFill>
            </a:endParaRPr>
          </a:p>
        </p:txBody>
      </p:sp>
      <p:sp>
        <p:nvSpPr>
          <p:cNvPr id="4" name="标题 3"/>
          <p:cNvSpPr txBox="1"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36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l"/>
            <a:r>
              <a:rPr>
                <a:cs typeface="+mn-ea"/>
                <a:sym typeface="+mn-ea"/>
              </a:rPr>
              <a:t>SQL Data Analysis Project</a:t>
            </a:r>
            <a:endParaRPr>
              <a:cs typeface="+mn-ea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89928" y="901541"/>
            <a:ext cx="7071836" cy="1235869"/>
          </a:xfrm>
        </p:spPr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Project Objective</a:t>
            </a:r>
            <a:endParaRPr lang="en-US" spc="0" dirty="0">
              <a:latin typeface="+mj-lt"/>
            </a:endParaRPr>
          </a:p>
        </p:txBody>
      </p:sp>
      <p:sp>
        <p:nvSpPr>
          <p:cNvPr id="2" name="矩形 9"/>
          <p:cNvSpPr/>
          <p:nvPr>
            <p:custDataLst>
              <p:tags r:id="rId2"/>
            </p:custDataLst>
          </p:nvPr>
        </p:nvSpPr>
        <p:spPr>
          <a:xfrm>
            <a:off x="524007" y="3843476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lnSpcReduction="20000"/>
          </a:bodyPr>
          <a:p>
            <a:pPr>
              <a:lnSpc>
                <a:spcPct val="150000"/>
              </a:lnSpc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Analyze sales data using SQL</a:t>
            </a:r>
            <a:endParaRPr lang="en-US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3" name="矩形 15"/>
          <p:cNvSpPr/>
          <p:nvPr>
            <p:custDataLst>
              <p:tags r:id="rId3"/>
            </p:custDataLst>
          </p:nvPr>
        </p:nvSpPr>
        <p:spPr>
          <a:xfrm>
            <a:off x="6554704" y="3843476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fontScale="50000"/>
          </a:bodyPr>
          <a:p>
            <a:pPr>
              <a:lnSpc>
                <a:spcPct val="150000"/>
              </a:lnSpc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Provide business recommendations based on data</a:t>
            </a:r>
            <a:endParaRPr lang="en-US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4" name="矩形 14"/>
          <p:cNvSpPr/>
          <p:nvPr>
            <p:custDataLst>
              <p:tags r:id="rId4"/>
            </p:custDataLst>
          </p:nvPr>
        </p:nvSpPr>
        <p:spPr>
          <a:xfrm>
            <a:off x="5084894" y="2598472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fontScale="50000"/>
          </a:bodyPr>
          <a:p>
            <a:pPr>
              <a:lnSpc>
                <a:spcPct val="150000"/>
              </a:lnSpc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Apply SQL fundamentals: filtering, grouping, aggregation, sorting</a:t>
            </a:r>
            <a:endParaRPr lang="en-US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" name="矩形 17"/>
          <p:cNvSpPr/>
          <p:nvPr>
            <p:custDataLst>
              <p:tags r:id="rId5"/>
            </p:custDataLst>
          </p:nvPr>
        </p:nvSpPr>
        <p:spPr>
          <a:xfrm>
            <a:off x="5084894" y="2165054"/>
            <a:ext cx="490968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rmAutofit/>
          </a:bodyPr>
          <a:p>
            <a:r>
              <a:rPr lang="en-US" sz="2800" b="1" kern="0" dirty="0">
                <a:solidFill>
                  <a:schemeClr val="accent3">
                    <a:lumMod val="70000"/>
                    <a:lumOff val="30000"/>
                  </a:schemeClr>
                </a:solidFill>
                <a:sym typeface="Arial" panose="020B0604020202020204" pitchFamily="34" charset="0"/>
              </a:rPr>
              <a:t>03</a:t>
            </a:r>
            <a:endParaRPr lang="en-US" sz="2800" b="1" kern="0" dirty="0">
              <a:solidFill>
                <a:schemeClr val="accent3">
                  <a:lumMod val="70000"/>
                  <a:lumOff val="3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7" name="矩形 13"/>
          <p:cNvSpPr/>
          <p:nvPr>
            <p:custDataLst>
              <p:tags r:id="rId6"/>
            </p:custDataLst>
          </p:nvPr>
        </p:nvSpPr>
        <p:spPr>
          <a:xfrm>
            <a:off x="2166707" y="2648481"/>
            <a:ext cx="2072289" cy="7226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fontScale="70000"/>
          </a:bodyPr>
          <a:p>
            <a:pPr>
              <a:lnSpc>
                <a:spcPct val="150000"/>
              </a:lnSpc>
            </a:pPr>
            <a:r>
              <a:rPr lang="en-US" kern="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Extract business insights from the dataset</a:t>
            </a:r>
            <a:endParaRPr lang="en-US" kern="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8" name="矩形 18"/>
          <p:cNvSpPr/>
          <p:nvPr>
            <p:custDataLst>
              <p:tags r:id="rId7"/>
            </p:custDataLst>
          </p:nvPr>
        </p:nvSpPr>
        <p:spPr>
          <a:xfrm>
            <a:off x="2166707" y="2214111"/>
            <a:ext cx="490968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rmAutofit/>
          </a:bodyPr>
          <a:p>
            <a:r>
              <a:rPr lang="en-US" sz="2800" b="1" kern="0" dirty="0">
                <a:solidFill>
                  <a:schemeClr val="accent2">
                    <a:lumMod val="40000"/>
                    <a:lumOff val="60000"/>
                  </a:schemeClr>
                </a:solidFill>
                <a:sym typeface="Arial" panose="020B0604020202020204" pitchFamily="34" charset="0"/>
              </a:rPr>
              <a:t>02</a:t>
            </a:r>
            <a:endParaRPr lang="en-US" sz="2800" b="1" kern="0" dirty="0">
              <a:solidFill>
                <a:schemeClr val="accent2">
                  <a:lumMod val="40000"/>
                  <a:lumOff val="6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23" name="矩形 19"/>
          <p:cNvSpPr/>
          <p:nvPr>
            <p:custDataLst>
              <p:tags r:id="rId8"/>
            </p:custDataLst>
          </p:nvPr>
        </p:nvSpPr>
        <p:spPr>
          <a:xfrm>
            <a:off x="524960" y="3405295"/>
            <a:ext cx="490968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rmAutofit/>
          </a:bodyPr>
          <a:p>
            <a:r>
              <a:rPr lang="en-US" sz="2800" b="1" kern="0" dirty="0">
                <a:solidFill>
                  <a:schemeClr val="accent1">
                    <a:lumMod val="25000"/>
                    <a:lumOff val="75000"/>
                  </a:schemeClr>
                </a:solidFill>
                <a:sym typeface="Arial" panose="020B0604020202020204" pitchFamily="34" charset="0"/>
              </a:rPr>
              <a:t>01</a:t>
            </a:r>
            <a:endParaRPr lang="en-US" sz="2800" b="1" kern="0" dirty="0">
              <a:solidFill>
                <a:schemeClr val="accent1">
                  <a:lumMod val="25000"/>
                  <a:lumOff val="75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24" name="矩形 20"/>
          <p:cNvSpPr/>
          <p:nvPr>
            <p:custDataLst>
              <p:tags r:id="rId9"/>
            </p:custDataLst>
          </p:nvPr>
        </p:nvSpPr>
        <p:spPr>
          <a:xfrm>
            <a:off x="6554704" y="3405295"/>
            <a:ext cx="490968" cy="4338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b">
            <a:normAutofit/>
          </a:bodyPr>
          <a:p>
            <a:r>
              <a:rPr lang="en-US" sz="2800" b="1" kern="0" dirty="0">
                <a:solidFill>
                  <a:schemeClr val="accent4">
                    <a:lumMod val="70000"/>
                    <a:lumOff val="30000"/>
                  </a:schemeClr>
                </a:solidFill>
                <a:sym typeface="Arial" panose="020B0604020202020204" pitchFamily="34" charset="0"/>
              </a:rPr>
              <a:t>04</a:t>
            </a:r>
            <a:endParaRPr lang="en-US" sz="2800" b="1" kern="0" dirty="0">
              <a:solidFill>
                <a:schemeClr val="accent4">
                  <a:lumMod val="70000"/>
                  <a:lumOff val="3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25" name="任意多边形: 形状 8"/>
          <p:cNvSpPr/>
          <p:nvPr>
            <p:custDataLst>
              <p:tags r:id="rId10"/>
            </p:custDataLst>
          </p:nvPr>
        </p:nvSpPr>
        <p:spPr>
          <a:xfrm>
            <a:off x="2713480" y="3429109"/>
            <a:ext cx="3726915" cy="1738910"/>
          </a:xfrm>
          <a:custGeom>
            <a:avLst/>
            <a:gdLst>
              <a:gd name="connsiteX0" fmla="*/ 2484360 w 4968848"/>
              <a:gd name="connsiteY0" fmla="*/ 0 h 2318615"/>
              <a:gd name="connsiteX1" fmla="*/ 4965501 w 4968848"/>
              <a:gd name="connsiteY1" fmla="*/ 2253065 h 2318615"/>
              <a:gd name="connsiteX2" fmla="*/ 4968849 w 4968848"/>
              <a:gd name="connsiteY2" fmla="*/ 2318616 h 2318615"/>
              <a:gd name="connsiteX3" fmla="*/ 3839676 w 4968848"/>
              <a:gd name="connsiteY3" fmla="*/ 2318616 h 2318615"/>
              <a:gd name="connsiteX4" fmla="*/ 3833366 w 4968848"/>
              <a:gd name="connsiteY4" fmla="*/ 2192537 h 2318615"/>
              <a:gd name="connsiteX5" fmla="*/ 2122221 w 4968848"/>
              <a:gd name="connsiteY5" fmla="*/ 638637 h 2318615"/>
              <a:gd name="connsiteX6" fmla="*/ 410819 w 4968848"/>
              <a:gd name="connsiteY6" fmla="*/ 2192537 h 2318615"/>
              <a:gd name="connsiteX7" fmla="*/ 404509 w 4968848"/>
              <a:gd name="connsiteY7" fmla="*/ 2318616 h 2318615"/>
              <a:gd name="connsiteX8" fmla="*/ 0 w 4968848"/>
              <a:gd name="connsiteY8" fmla="*/ 2318616 h 2318615"/>
              <a:gd name="connsiteX9" fmla="*/ 3348 w 4968848"/>
              <a:gd name="connsiteY9" fmla="*/ 2253065 h 2318615"/>
              <a:gd name="connsiteX10" fmla="*/ 2484360 w 4968848"/>
              <a:gd name="connsiteY10" fmla="*/ 0 h 231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68848" h="2318615">
                <a:moveTo>
                  <a:pt x="2484360" y="0"/>
                </a:moveTo>
                <a:cubicBezTo>
                  <a:pt x="3775671" y="0"/>
                  <a:pt x="4837747" y="987511"/>
                  <a:pt x="4965501" y="2253065"/>
                </a:cubicBezTo>
                <a:lnTo>
                  <a:pt x="4968849" y="2318616"/>
                </a:lnTo>
                <a:lnTo>
                  <a:pt x="3839676" y="2318616"/>
                </a:lnTo>
                <a:lnTo>
                  <a:pt x="3833366" y="2192537"/>
                </a:lnTo>
                <a:cubicBezTo>
                  <a:pt x="3745278" y="1319772"/>
                  <a:pt x="3012758" y="638637"/>
                  <a:pt x="2122221" y="638637"/>
                </a:cubicBezTo>
                <a:cubicBezTo>
                  <a:pt x="1231684" y="638637"/>
                  <a:pt x="498907" y="1319772"/>
                  <a:pt x="410819" y="2192537"/>
                </a:cubicBezTo>
                <a:lnTo>
                  <a:pt x="404509" y="2318616"/>
                </a:lnTo>
                <a:lnTo>
                  <a:pt x="0" y="2318616"/>
                </a:lnTo>
                <a:lnTo>
                  <a:pt x="3348" y="2253065"/>
                </a:lnTo>
                <a:cubicBezTo>
                  <a:pt x="130973" y="987511"/>
                  <a:pt x="1193049" y="0"/>
                  <a:pt x="2484360" y="0"/>
                </a:cubicBezTo>
              </a:path>
            </a:pathLst>
          </a:custGeom>
          <a:solidFill>
            <a:schemeClr val="accent4"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任意多边形: 形状 10"/>
          <p:cNvSpPr/>
          <p:nvPr>
            <p:custDataLst>
              <p:tags r:id="rId11"/>
            </p:custDataLst>
          </p:nvPr>
        </p:nvSpPr>
        <p:spPr>
          <a:xfrm>
            <a:off x="2713480" y="3429109"/>
            <a:ext cx="3025350" cy="1738910"/>
          </a:xfrm>
          <a:custGeom>
            <a:avLst/>
            <a:gdLst>
              <a:gd name="connsiteX0" fmla="*/ 2484360 w 4033495"/>
              <a:gd name="connsiteY0" fmla="*/ 0 h 2318615"/>
              <a:gd name="connsiteX1" fmla="*/ 3850623 w 4033495"/>
              <a:gd name="connsiteY1" fmla="*/ 409789 h 2318615"/>
              <a:gd name="connsiteX2" fmla="*/ 3948112 w 4033495"/>
              <a:gd name="connsiteY2" fmla="*/ 482294 h 2318615"/>
              <a:gd name="connsiteX3" fmla="*/ 4033495 w 4033495"/>
              <a:gd name="connsiteY3" fmla="*/ 1170383 h 2318615"/>
              <a:gd name="connsiteX4" fmla="*/ 3420744 w 4033495"/>
              <a:gd name="connsiteY4" fmla="*/ 1236964 h 2318615"/>
              <a:gd name="connsiteX5" fmla="*/ 3388291 w 4033495"/>
              <a:gd name="connsiteY5" fmla="*/ 1198072 h 2318615"/>
              <a:gd name="connsiteX6" fmla="*/ 2122092 w 4033495"/>
              <a:gd name="connsiteY6" fmla="*/ 638637 h 2318615"/>
              <a:gd name="connsiteX7" fmla="*/ 410948 w 4033495"/>
              <a:gd name="connsiteY7" fmla="*/ 2192537 h 2318615"/>
              <a:gd name="connsiteX8" fmla="*/ 404637 w 4033495"/>
              <a:gd name="connsiteY8" fmla="*/ 2318616 h 2318615"/>
              <a:gd name="connsiteX9" fmla="*/ 0 w 4033495"/>
              <a:gd name="connsiteY9" fmla="*/ 2318616 h 2318615"/>
              <a:gd name="connsiteX10" fmla="*/ 3348 w 4033495"/>
              <a:gd name="connsiteY10" fmla="*/ 2253065 h 2318615"/>
              <a:gd name="connsiteX11" fmla="*/ 2484360 w 4033495"/>
              <a:gd name="connsiteY11" fmla="*/ 0 h 231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033495" h="2318615">
                <a:moveTo>
                  <a:pt x="2484360" y="0"/>
                </a:moveTo>
                <a:cubicBezTo>
                  <a:pt x="2988805" y="0"/>
                  <a:pt x="3458220" y="150677"/>
                  <a:pt x="3850623" y="409789"/>
                </a:cubicBezTo>
                <a:lnTo>
                  <a:pt x="3948112" y="482294"/>
                </a:lnTo>
                <a:lnTo>
                  <a:pt x="4033495" y="1170383"/>
                </a:lnTo>
                <a:lnTo>
                  <a:pt x="3420744" y="1236964"/>
                </a:lnTo>
                <a:lnTo>
                  <a:pt x="3388291" y="1198072"/>
                </a:lnTo>
                <a:cubicBezTo>
                  <a:pt x="3073930" y="854220"/>
                  <a:pt x="2623060" y="638637"/>
                  <a:pt x="2122092" y="638637"/>
                </a:cubicBezTo>
                <a:cubicBezTo>
                  <a:pt x="1231555" y="638637"/>
                  <a:pt x="499036" y="1319772"/>
                  <a:pt x="410948" y="2192537"/>
                </a:cubicBezTo>
                <a:lnTo>
                  <a:pt x="404637" y="2318616"/>
                </a:lnTo>
                <a:lnTo>
                  <a:pt x="0" y="2318616"/>
                </a:lnTo>
                <a:lnTo>
                  <a:pt x="3348" y="2253065"/>
                </a:lnTo>
                <a:cubicBezTo>
                  <a:pt x="130973" y="987511"/>
                  <a:pt x="1193049" y="0"/>
                  <a:pt x="2484360" y="0"/>
                </a:cubicBezTo>
              </a:path>
            </a:pathLst>
          </a:custGeom>
          <a:solidFill>
            <a:schemeClr val="accent3">
              <a:lumMod val="60000"/>
              <a:lumOff val="4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11"/>
          <p:cNvSpPr/>
          <p:nvPr>
            <p:custDataLst>
              <p:tags r:id="rId12"/>
            </p:custDataLst>
          </p:nvPr>
        </p:nvSpPr>
        <p:spPr>
          <a:xfrm>
            <a:off x="2713480" y="3447684"/>
            <a:ext cx="1811305" cy="1720335"/>
          </a:xfrm>
          <a:custGeom>
            <a:avLst/>
            <a:gdLst>
              <a:gd name="connsiteX0" fmla="*/ 2152099 w 2414945"/>
              <a:gd name="connsiteY0" fmla="*/ 0 h 2293889"/>
              <a:gd name="connsiteX1" fmla="*/ 2414946 w 2414945"/>
              <a:gd name="connsiteY1" fmla="*/ 306504 h 2293889"/>
              <a:gd name="connsiteX2" fmla="*/ 2173091 w 2414945"/>
              <a:gd name="connsiteY2" fmla="*/ 616615 h 2293889"/>
              <a:gd name="connsiteX3" fmla="*/ 2122092 w 2414945"/>
              <a:gd name="connsiteY3" fmla="*/ 613910 h 2293889"/>
              <a:gd name="connsiteX4" fmla="*/ 410948 w 2414945"/>
              <a:gd name="connsiteY4" fmla="*/ 2167811 h 2293889"/>
              <a:gd name="connsiteX5" fmla="*/ 404637 w 2414945"/>
              <a:gd name="connsiteY5" fmla="*/ 2293889 h 2293889"/>
              <a:gd name="connsiteX6" fmla="*/ 0 w 2414945"/>
              <a:gd name="connsiteY6" fmla="*/ 2293889 h 2293889"/>
              <a:gd name="connsiteX7" fmla="*/ 3348 w 2414945"/>
              <a:gd name="connsiteY7" fmla="*/ 2228339 h 2293889"/>
              <a:gd name="connsiteX8" fmla="*/ 2012369 w 2414945"/>
              <a:gd name="connsiteY8" fmla="*/ 20219 h 2293889"/>
              <a:gd name="connsiteX9" fmla="*/ 2152099 w 2414945"/>
              <a:gd name="connsiteY9" fmla="*/ 0 h 2293889"/>
              <a:gd name="connsiteX10" fmla="*/ 2152099 w 2414945"/>
              <a:gd name="connsiteY10" fmla="*/ 0 h 2293889"/>
              <a:gd name="connsiteX11" fmla="*/ 2152099 w 2414945"/>
              <a:gd name="connsiteY11" fmla="*/ 0 h 2293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414945" h="2293889">
                <a:moveTo>
                  <a:pt x="2152099" y="0"/>
                </a:moveTo>
                <a:lnTo>
                  <a:pt x="2414946" y="306504"/>
                </a:lnTo>
                <a:lnTo>
                  <a:pt x="2173091" y="616615"/>
                </a:lnTo>
                <a:lnTo>
                  <a:pt x="2122092" y="613910"/>
                </a:lnTo>
                <a:cubicBezTo>
                  <a:pt x="1231555" y="613910"/>
                  <a:pt x="499036" y="1295046"/>
                  <a:pt x="410948" y="2167811"/>
                </a:cubicBezTo>
                <a:lnTo>
                  <a:pt x="404637" y="2293889"/>
                </a:lnTo>
                <a:lnTo>
                  <a:pt x="0" y="2293889"/>
                </a:lnTo>
                <a:lnTo>
                  <a:pt x="3348" y="2228339"/>
                </a:lnTo>
                <a:cubicBezTo>
                  <a:pt x="115132" y="1121059"/>
                  <a:pt x="942179" y="226530"/>
                  <a:pt x="2012369" y="20219"/>
                </a:cubicBezTo>
                <a:lnTo>
                  <a:pt x="2152099" y="0"/>
                </a:lnTo>
                <a:lnTo>
                  <a:pt x="2152099" y="0"/>
                </a:lnTo>
                <a:lnTo>
                  <a:pt x="2152099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任意多边形: 形状 12"/>
          <p:cNvSpPr/>
          <p:nvPr>
            <p:custDataLst>
              <p:tags r:id="rId13"/>
            </p:custDataLst>
          </p:nvPr>
        </p:nvSpPr>
        <p:spPr>
          <a:xfrm>
            <a:off x="2713480" y="3952068"/>
            <a:ext cx="766816" cy="1215951"/>
          </a:xfrm>
          <a:custGeom>
            <a:avLst/>
            <a:gdLst>
              <a:gd name="connsiteX0" fmla="*/ 759564 w 1022539"/>
              <a:gd name="connsiteY0" fmla="*/ 0 h 1620867"/>
              <a:gd name="connsiteX1" fmla="*/ 990859 w 1022539"/>
              <a:gd name="connsiteY1" fmla="*/ 0 h 1620867"/>
              <a:gd name="connsiteX2" fmla="*/ 1022540 w 1022539"/>
              <a:gd name="connsiteY2" fmla="*/ 342950 h 1620867"/>
              <a:gd name="connsiteX3" fmla="*/ 965489 w 1022539"/>
              <a:gd name="connsiteY3" fmla="*/ 390600 h 1620867"/>
              <a:gd name="connsiteX4" fmla="*/ 410819 w 1022539"/>
              <a:gd name="connsiteY4" fmla="*/ 1494789 h 1620867"/>
              <a:gd name="connsiteX5" fmla="*/ 404509 w 1022539"/>
              <a:gd name="connsiteY5" fmla="*/ 1620868 h 1620867"/>
              <a:gd name="connsiteX6" fmla="*/ 0 w 1022539"/>
              <a:gd name="connsiteY6" fmla="*/ 1620868 h 1620867"/>
              <a:gd name="connsiteX7" fmla="*/ 3348 w 1022539"/>
              <a:gd name="connsiteY7" fmla="*/ 1555317 h 1620867"/>
              <a:gd name="connsiteX8" fmla="*/ 751322 w 1022539"/>
              <a:gd name="connsiteY8" fmla="*/ 7341 h 1620867"/>
              <a:gd name="connsiteX9" fmla="*/ 759564 w 1022539"/>
              <a:gd name="connsiteY9" fmla="*/ 0 h 1620867"/>
              <a:gd name="connsiteX10" fmla="*/ 759564 w 1022539"/>
              <a:gd name="connsiteY10" fmla="*/ 0 h 1620867"/>
              <a:gd name="connsiteX11" fmla="*/ 759564 w 1022539"/>
              <a:gd name="connsiteY11" fmla="*/ 0 h 1620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2539" h="1620867">
                <a:moveTo>
                  <a:pt x="759564" y="0"/>
                </a:moveTo>
                <a:lnTo>
                  <a:pt x="990859" y="0"/>
                </a:lnTo>
                <a:lnTo>
                  <a:pt x="1022540" y="342950"/>
                </a:lnTo>
                <a:lnTo>
                  <a:pt x="965489" y="390600"/>
                </a:lnTo>
                <a:cubicBezTo>
                  <a:pt x="660015" y="669931"/>
                  <a:pt x="454863" y="1058471"/>
                  <a:pt x="410819" y="1494789"/>
                </a:cubicBezTo>
                <a:lnTo>
                  <a:pt x="404509" y="1620868"/>
                </a:lnTo>
                <a:lnTo>
                  <a:pt x="0" y="1620868"/>
                </a:lnTo>
                <a:lnTo>
                  <a:pt x="3348" y="1555317"/>
                </a:lnTo>
                <a:cubicBezTo>
                  <a:pt x="64520" y="949777"/>
                  <a:pt x="339473" y="407857"/>
                  <a:pt x="751322" y="7341"/>
                </a:cubicBezTo>
                <a:lnTo>
                  <a:pt x="759564" y="0"/>
                </a:lnTo>
                <a:lnTo>
                  <a:pt x="759564" y="0"/>
                </a:lnTo>
                <a:lnTo>
                  <a:pt x="759564" y="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  <a:alpha val="75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0" name="任意多边形: 形状 16"/>
          <p:cNvSpPr/>
          <p:nvPr>
            <p:custDataLst>
              <p:tags r:id="rId14"/>
            </p:custDataLst>
          </p:nvPr>
        </p:nvSpPr>
        <p:spPr>
          <a:xfrm>
            <a:off x="2708241" y="5165638"/>
            <a:ext cx="309101" cy="38637"/>
          </a:xfrm>
          <a:custGeom>
            <a:avLst/>
            <a:gdLst>
              <a:gd name="connsiteX0" fmla="*/ 0 w 412106"/>
              <a:gd name="connsiteY0" fmla="*/ 0 h 51513"/>
              <a:gd name="connsiteX1" fmla="*/ 412107 w 412106"/>
              <a:gd name="connsiteY1" fmla="*/ 0 h 51513"/>
              <a:gd name="connsiteX2" fmla="*/ 412107 w 412106"/>
              <a:gd name="connsiteY2" fmla="*/ 51513 h 51513"/>
              <a:gd name="connsiteX3" fmla="*/ 0 w 412106"/>
              <a:gd name="connsiteY3" fmla="*/ 51513 h 5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106" h="51513">
                <a:moveTo>
                  <a:pt x="0" y="0"/>
                </a:moveTo>
                <a:lnTo>
                  <a:pt x="412107" y="0"/>
                </a:lnTo>
                <a:lnTo>
                  <a:pt x="412107" y="51513"/>
                </a:lnTo>
                <a:lnTo>
                  <a:pt x="0" y="51513"/>
                </a:ln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1" name="任意多边形: 形状 21"/>
          <p:cNvSpPr/>
          <p:nvPr>
            <p:custDataLst>
              <p:tags r:id="rId15"/>
            </p:custDataLst>
          </p:nvPr>
        </p:nvSpPr>
        <p:spPr>
          <a:xfrm>
            <a:off x="5591183" y="5156112"/>
            <a:ext cx="850029" cy="38637"/>
          </a:xfrm>
          <a:custGeom>
            <a:avLst/>
            <a:gdLst>
              <a:gd name="connsiteX0" fmla="*/ 0 w 1133293"/>
              <a:gd name="connsiteY0" fmla="*/ 0 h 51513"/>
              <a:gd name="connsiteX1" fmla="*/ 1133294 w 1133293"/>
              <a:gd name="connsiteY1" fmla="*/ 0 h 51513"/>
              <a:gd name="connsiteX2" fmla="*/ 1133294 w 1133293"/>
              <a:gd name="connsiteY2" fmla="*/ 51513 h 51513"/>
              <a:gd name="connsiteX3" fmla="*/ 0 w 1133293"/>
              <a:gd name="connsiteY3" fmla="*/ 51513 h 51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33293" h="51513">
                <a:moveTo>
                  <a:pt x="0" y="0"/>
                </a:moveTo>
                <a:lnTo>
                  <a:pt x="1133294" y="0"/>
                </a:lnTo>
                <a:lnTo>
                  <a:pt x="1133294" y="51513"/>
                </a:lnTo>
                <a:lnTo>
                  <a:pt x="0" y="51513"/>
                </a:lnTo>
                <a:close/>
              </a:path>
            </a:pathLst>
          </a:custGeom>
          <a:solidFill>
            <a:schemeClr val="accent4"/>
          </a:solidFill>
          <a:ln w="12856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2" name="图形 2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/>
          <a:stretch>
            <a:fillRect/>
          </a:stretch>
        </p:blipFill>
        <p:spPr>
          <a:xfrm>
            <a:off x="4190911" y="3669632"/>
            <a:ext cx="986859" cy="1597771"/>
          </a:xfrm>
          <a:custGeom>
            <a:avLst/>
            <a:gdLst>
              <a:gd name="connsiteX0" fmla="*/ 209551 w 1315720"/>
              <a:gd name="connsiteY0" fmla="*/ 1769534 h 2130213"/>
              <a:gd name="connsiteX1" fmla="*/ 71121 w 1315720"/>
              <a:gd name="connsiteY1" fmla="*/ 1907964 h 2130213"/>
              <a:gd name="connsiteX2" fmla="*/ 209551 w 1315720"/>
              <a:gd name="connsiteY2" fmla="*/ 2046394 h 2130213"/>
              <a:gd name="connsiteX3" fmla="*/ 347981 w 1315720"/>
              <a:gd name="connsiteY3" fmla="*/ 1907964 h 2130213"/>
              <a:gd name="connsiteX4" fmla="*/ 209551 w 1315720"/>
              <a:gd name="connsiteY4" fmla="*/ 1769534 h 2130213"/>
              <a:gd name="connsiteX5" fmla="*/ 0 w 1315720"/>
              <a:gd name="connsiteY5" fmla="*/ 0 h 2130213"/>
              <a:gd name="connsiteX6" fmla="*/ 1315720 w 1315720"/>
              <a:gd name="connsiteY6" fmla="*/ 0 h 2130213"/>
              <a:gd name="connsiteX7" fmla="*/ 1315720 w 1315720"/>
              <a:gd name="connsiteY7" fmla="*/ 2130213 h 2130213"/>
              <a:gd name="connsiteX8" fmla="*/ 0 w 1315720"/>
              <a:gd name="connsiteY8" fmla="*/ 2130213 h 2130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15720" h="2130213">
                <a:moveTo>
                  <a:pt x="209551" y="1769534"/>
                </a:moveTo>
                <a:cubicBezTo>
                  <a:pt x="133098" y="1769534"/>
                  <a:pt x="71121" y="1831511"/>
                  <a:pt x="71121" y="1907964"/>
                </a:cubicBezTo>
                <a:cubicBezTo>
                  <a:pt x="71121" y="1984417"/>
                  <a:pt x="133098" y="2046394"/>
                  <a:pt x="209551" y="2046394"/>
                </a:cubicBezTo>
                <a:cubicBezTo>
                  <a:pt x="286004" y="2046394"/>
                  <a:pt x="347981" y="1984417"/>
                  <a:pt x="347981" y="1907964"/>
                </a:cubicBezTo>
                <a:cubicBezTo>
                  <a:pt x="347981" y="1831511"/>
                  <a:pt x="286004" y="1769534"/>
                  <a:pt x="209551" y="1769534"/>
                </a:cubicBezTo>
                <a:close/>
                <a:moveTo>
                  <a:pt x="0" y="0"/>
                </a:moveTo>
                <a:lnTo>
                  <a:pt x="1315720" y="0"/>
                </a:lnTo>
                <a:lnTo>
                  <a:pt x="1315720" y="2130213"/>
                </a:lnTo>
                <a:lnTo>
                  <a:pt x="0" y="2130213"/>
                </a:lnTo>
                <a:close/>
              </a:path>
            </a:pathLst>
          </a:custGeom>
        </p:spPr>
      </p:pic>
    </p:spTree>
    <p:custDataLst>
      <p:tags r:id="rId19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</p:spPr>
        <p:txBody>
          <a:bodyPr vert="horz" wrap="square" lIns="91440" tIns="45720" rIns="91440" bIns="45720" rtlCol="0" anchor="t" anchorCtr="0">
            <a:normAutofit fontScale="90000"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r"/>
            <a:r>
              <a:rPr dirty="0" err="1">
                <a:cs typeface="+mn-ea"/>
                <a:sym typeface="+mn-ea"/>
              </a:rPr>
              <a:t>Dataset Overview</a:t>
            </a:r>
            <a:endParaRPr dirty="0" err="1">
              <a:cs typeface="+mn-ea"/>
              <a:sym typeface="+mn-ea"/>
            </a:endParaRPr>
          </a:p>
        </p:txBody>
      </p:sp>
      <p:sp>
        <p:nvSpPr>
          <p:cNvPr id="44" name="任意多边形: 形状 43"/>
          <p:cNvSpPr/>
          <p:nvPr>
            <p:custDataLst>
              <p:tags r:id="rId2"/>
            </p:custDataLst>
          </p:nvPr>
        </p:nvSpPr>
        <p:spPr>
          <a:xfrm>
            <a:off x="750766" y="3795507"/>
            <a:ext cx="3681825" cy="1364243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+mn-lt"/>
                <a:sym typeface="+mn-ea"/>
              </a:rPr>
              <a:t>Data was cleaned before analysis</a:t>
            </a:r>
            <a:endParaRPr lang="en-US" sz="160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36" name="任意多边形: 形状 35"/>
          <p:cNvSpPr/>
          <p:nvPr>
            <p:custDataLst>
              <p:tags r:id="rId3"/>
            </p:custDataLst>
          </p:nvPr>
        </p:nvSpPr>
        <p:spPr>
          <a:xfrm>
            <a:off x="750766" y="2121268"/>
            <a:ext cx="3681825" cy="1364243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latin typeface="+mn-lt"/>
                <a:sym typeface="+mn-ea"/>
              </a:rPr>
              <a:t>Sales transactions dataset</a:t>
            </a:r>
            <a:endParaRPr lang="en-US" sz="1600" dirty="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41" name="任意多边形: 形状 40"/>
          <p:cNvSpPr/>
          <p:nvPr>
            <p:custDataLst>
              <p:tags r:id="rId4"/>
            </p:custDataLst>
          </p:nvPr>
        </p:nvSpPr>
        <p:spPr>
          <a:xfrm>
            <a:off x="4947564" y="2121268"/>
            <a:ext cx="3681825" cy="1364243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+mn-lt"/>
                <a:sym typeface="+mn-ea"/>
              </a:rPr>
              <a:t>Includes: product names, quantity, unit price, customer IDs, order dates</a:t>
            </a:r>
            <a:endParaRPr lang="en-US" sz="160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45" name="椭圆 44"/>
          <p:cNvSpPr/>
          <p:nvPr>
            <p:custDataLst>
              <p:tags r:id="rId5"/>
            </p:custDataLst>
          </p:nvPr>
        </p:nvSpPr>
        <p:spPr>
          <a:xfrm>
            <a:off x="523435" y="4234441"/>
            <a:ext cx="486422" cy="48642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37" name="椭圆 36"/>
          <p:cNvSpPr/>
          <p:nvPr>
            <p:custDataLst>
              <p:tags r:id="rId6"/>
            </p:custDataLst>
          </p:nvPr>
        </p:nvSpPr>
        <p:spPr>
          <a:xfrm>
            <a:off x="523435" y="2559725"/>
            <a:ext cx="486422" cy="48642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42" name="椭圆 41"/>
          <p:cNvSpPr/>
          <p:nvPr>
            <p:custDataLst>
              <p:tags r:id="rId7"/>
            </p:custDataLst>
          </p:nvPr>
        </p:nvSpPr>
        <p:spPr>
          <a:xfrm>
            <a:off x="4719757" y="2559725"/>
            <a:ext cx="486422" cy="48642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47" name="任意多边形: 形状 46"/>
          <p:cNvSpPr/>
          <p:nvPr>
            <p:custDataLst>
              <p:tags r:id="rId8"/>
            </p:custDataLst>
          </p:nvPr>
        </p:nvSpPr>
        <p:spPr>
          <a:xfrm>
            <a:off x="4947564" y="3795507"/>
            <a:ext cx="3681825" cy="1364243"/>
          </a:xfrm>
          <a:custGeom>
            <a:avLst/>
            <a:gdLst>
              <a:gd name="connsiteX0" fmla="*/ 302959 w 4905661"/>
              <a:gd name="connsiteY0" fmla="*/ 0 h 1817716"/>
              <a:gd name="connsiteX1" fmla="*/ 4602702 w 4905661"/>
              <a:gd name="connsiteY1" fmla="*/ 0 h 1817716"/>
              <a:gd name="connsiteX2" fmla="*/ 4905661 w 4905661"/>
              <a:gd name="connsiteY2" fmla="*/ 302959 h 1817716"/>
              <a:gd name="connsiteX3" fmla="*/ 4905661 w 4905661"/>
              <a:gd name="connsiteY3" fmla="*/ 1514757 h 1817716"/>
              <a:gd name="connsiteX4" fmla="*/ 4602702 w 4905661"/>
              <a:gd name="connsiteY4" fmla="*/ 1817716 h 1817716"/>
              <a:gd name="connsiteX5" fmla="*/ 302959 w 4905661"/>
              <a:gd name="connsiteY5" fmla="*/ 1817716 h 1817716"/>
              <a:gd name="connsiteX6" fmla="*/ 0 w 4905661"/>
              <a:gd name="connsiteY6" fmla="*/ 1514757 h 1817716"/>
              <a:gd name="connsiteX7" fmla="*/ 0 w 4905661"/>
              <a:gd name="connsiteY7" fmla="*/ 1297457 h 1817716"/>
              <a:gd name="connsiteX8" fmla="*/ 19588 w 4905661"/>
              <a:gd name="connsiteY8" fmla="*/ 1299432 h 1817716"/>
              <a:gd name="connsiteX9" fmla="*/ 410162 w 4905661"/>
              <a:gd name="connsiteY9" fmla="*/ 908858 h 1817716"/>
              <a:gd name="connsiteX10" fmla="*/ 19588 w 4905661"/>
              <a:gd name="connsiteY10" fmla="*/ 518284 h 1817716"/>
              <a:gd name="connsiteX11" fmla="*/ 0 w 4905661"/>
              <a:gd name="connsiteY11" fmla="*/ 520259 h 1817716"/>
              <a:gd name="connsiteX12" fmla="*/ 0 w 4905661"/>
              <a:gd name="connsiteY12" fmla="*/ 302959 h 1817716"/>
              <a:gd name="connsiteX13" fmla="*/ 302959 w 4905661"/>
              <a:gd name="connsiteY13" fmla="*/ 0 h 1817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05661" h="1817716">
                <a:moveTo>
                  <a:pt x="302959" y="0"/>
                </a:moveTo>
                <a:lnTo>
                  <a:pt x="4602702" y="0"/>
                </a:lnTo>
                <a:cubicBezTo>
                  <a:pt x="4770022" y="0"/>
                  <a:pt x="4905661" y="135639"/>
                  <a:pt x="4905661" y="302959"/>
                </a:cubicBezTo>
                <a:lnTo>
                  <a:pt x="4905661" y="1514757"/>
                </a:lnTo>
                <a:cubicBezTo>
                  <a:pt x="4905661" y="1682077"/>
                  <a:pt x="4770022" y="1817716"/>
                  <a:pt x="4602702" y="1817716"/>
                </a:cubicBezTo>
                <a:lnTo>
                  <a:pt x="302959" y="1817716"/>
                </a:lnTo>
                <a:cubicBezTo>
                  <a:pt x="135639" y="1817716"/>
                  <a:pt x="0" y="1682077"/>
                  <a:pt x="0" y="1514757"/>
                </a:cubicBezTo>
                <a:lnTo>
                  <a:pt x="0" y="1297457"/>
                </a:lnTo>
                <a:lnTo>
                  <a:pt x="19588" y="1299432"/>
                </a:lnTo>
                <a:cubicBezTo>
                  <a:pt x="235296" y="1299432"/>
                  <a:pt x="410162" y="1124566"/>
                  <a:pt x="410162" y="908858"/>
                </a:cubicBezTo>
                <a:cubicBezTo>
                  <a:pt x="410162" y="693150"/>
                  <a:pt x="235296" y="518284"/>
                  <a:pt x="19588" y="518284"/>
                </a:cubicBezTo>
                <a:lnTo>
                  <a:pt x="0" y="520259"/>
                </a:lnTo>
                <a:lnTo>
                  <a:pt x="0" y="302959"/>
                </a:lnTo>
                <a:cubicBezTo>
                  <a:pt x="0" y="135639"/>
                  <a:pt x="135639" y="0"/>
                  <a:pt x="302959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22638" tIns="0" rIns="407716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latin typeface="+mn-lt"/>
                <a:sym typeface="+mn-ea"/>
              </a:rPr>
              <a:t>Covers multiple product categories (electronics, furniture, office items)</a:t>
            </a:r>
            <a:endParaRPr lang="en-US" sz="160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48" name="椭圆 47"/>
          <p:cNvSpPr/>
          <p:nvPr>
            <p:custDataLst>
              <p:tags r:id="rId9"/>
            </p:custDataLst>
          </p:nvPr>
        </p:nvSpPr>
        <p:spPr>
          <a:xfrm>
            <a:off x="4719757" y="4234441"/>
            <a:ext cx="486422" cy="48642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 noGrp="1"/>
          </p:cNvSpPr>
          <p:nvPr>
            <p:ph type="title" idx="1"/>
            <p:custDataLst>
              <p:tags r:id="rId1"/>
            </p:custDataLst>
          </p:nvPr>
        </p:nvSpPr>
        <p:spPr>
          <a:noFill/>
        </p:spPr>
        <p:txBody>
          <a:bodyPr vert="horz" wrap="square" lIns="91440" tIns="45720" rIns="91440" bIns="45720" rtlCol="0" anchor="t" anchorCtr="0">
            <a:normAutofit fontScale="90000"/>
          </a:bodyPr>
          <a:lstStyle>
            <a:lvl1pPr marL="0" marR="0" lvl="0" algn="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2700" b="1" i="0" u="none" strike="noStrike" kern="1200" cap="none" spc="0" normalizeH="0" baseline="0" noProof="1" dirty="0">
                <a:solidFill>
                  <a:srgbClr val="FFFFFF"/>
                </a:solidFill>
                <a:latin typeface="+mj-lt"/>
                <a:sym typeface="+mn-ea"/>
              </a:defRPr>
            </a:lvl1pPr>
          </a:lstStyle>
          <a:p>
            <a:pPr lvl="0" algn="r"/>
            <a:r>
              <a:rPr dirty="0" err="1">
                <a:cs typeface="+mn-ea"/>
                <a:sym typeface="+mn-ea"/>
              </a:rPr>
              <a:t>SQL Concepts Used</a:t>
            </a:r>
            <a:endParaRPr dirty="0" err="1">
              <a:cs typeface="+mn-ea"/>
              <a:sym typeface="+mn-ea"/>
            </a:endParaRPr>
          </a:p>
        </p:txBody>
      </p:sp>
      <p:sp>
        <p:nvSpPr>
          <p:cNvPr id="7" name="任意多边形 19"/>
          <p:cNvSpPr/>
          <p:nvPr>
            <p:custDataLst>
              <p:tags r:id="rId2"/>
            </p:custDataLst>
          </p:nvPr>
        </p:nvSpPr>
        <p:spPr>
          <a:xfrm>
            <a:off x="708707" y="3120524"/>
            <a:ext cx="3777344" cy="103955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ORDER BY</a:t>
            </a:r>
            <a:endParaRPr lang="en-US" sz="1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任意多边形 22"/>
          <p:cNvSpPr/>
          <p:nvPr>
            <p:custDataLst>
              <p:tags r:id="rId3"/>
            </p:custDataLst>
          </p:nvPr>
        </p:nvSpPr>
        <p:spPr>
          <a:xfrm>
            <a:off x="708707" y="4365985"/>
            <a:ext cx="3777344" cy="103955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400">
                <a:solidFill>
                  <a:schemeClr val="tx1"/>
                </a:solidFill>
                <a:sym typeface="+mn-ea"/>
              </a:rPr>
              <a:t>COUNT(), SUM(), AVG()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4"/>
            </p:custDataLst>
          </p:nvPr>
        </p:nvSpPr>
        <p:spPr>
          <a:xfrm>
            <a:off x="708707" y="1875539"/>
            <a:ext cx="3777344" cy="1038281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+mn-lt"/>
                <a:sym typeface="+mn-ea"/>
              </a:rPr>
              <a:t>SELECT</a:t>
            </a:r>
            <a:endParaRPr lang="en-US" sz="1400" dirty="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10" name="任意多边形 27"/>
          <p:cNvSpPr/>
          <p:nvPr>
            <p:custDataLst>
              <p:tags r:id="rId5"/>
            </p:custDataLst>
          </p:nvPr>
        </p:nvSpPr>
        <p:spPr>
          <a:xfrm>
            <a:off x="4850878" y="1875539"/>
            <a:ext cx="3777344" cy="1038281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latin typeface="+mn-lt"/>
                <a:sym typeface="+mn-ea"/>
              </a:rPr>
              <a:t>WHERE</a:t>
            </a:r>
            <a:endParaRPr lang="en-US" sz="1400" dirty="0">
              <a:solidFill>
                <a:schemeClr val="tx1"/>
              </a:solidFill>
              <a:latin typeface="+mn-lt"/>
              <a:sym typeface="+mn-ea"/>
            </a:endParaRPr>
          </a:p>
        </p:txBody>
      </p:sp>
      <p:sp>
        <p:nvSpPr>
          <p:cNvPr id="11" name="椭圆 4"/>
          <p:cNvSpPr/>
          <p:nvPr>
            <p:custDataLst>
              <p:tags r:id="rId6"/>
            </p:custDataLst>
          </p:nvPr>
        </p:nvSpPr>
        <p:spPr>
          <a:xfrm>
            <a:off x="523435" y="2151303"/>
            <a:ext cx="486107" cy="48610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椭圆 21"/>
          <p:cNvSpPr/>
          <p:nvPr>
            <p:custDataLst>
              <p:tags r:id="rId7"/>
            </p:custDataLst>
          </p:nvPr>
        </p:nvSpPr>
        <p:spPr>
          <a:xfrm>
            <a:off x="523435" y="3396288"/>
            <a:ext cx="486107" cy="48610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5" name="椭圆 24"/>
          <p:cNvSpPr/>
          <p:nvPr>
            <p:custDataLst>
              <p:tags r:id="rId8"/>
            </p:custDataLst>
          </p:nvPr>
        </p:nvSpPr>
        <p:spPr>
          <a:xfrm>
            <a:off x="523435" y="4641273"/>
            <a:ext cx="486107" cy="48610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任意多边形 2"/>
          <p:cNvSpPr/>
          <p:nvPr>
            <p:custDataLst>
              <p:tags r:id="rId9"/>
            </p:custDataLst>
          </p:nvPr>
        </p:nvSpPr>
        <p:spPr>
          <a:xfrm>
            <a:off x="4851354" y="3121000"/>
            <a:ext cx="3777344" cy="1038281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GROUP BY</a:t>
            </a:r>
            <a:endParaRPr lang="en-US" sz="1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7" name="椭圆 28"/>
          <p:cNvSpPr/>
          <p:nvPr>
            <p:custDataLst>
              <p:tags r:id="rId10"/>
            </p:custDataLst>
          </p:nvPr>
        </p:nvSpPr>
        <p:spPr>
          <a:xfrm>
            <a:off x="4665606" y="2151303"/>
            <a:ext cx="486107" cy="48610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8" name="椭圆 3"/>
          <p:cNvSpPr/>
          <p:nvPr>
            <p:custDataLst>
              <p:tags r:id="rId11"/>
            </p:custDataLst>
          </p:nvPr>
        </p:nvSpPr>
        <p:spPr>
          <a:xfrm>
            <a:off x="4666083" y="3396764"/>
            <a:ext cx="486107" cy="48610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9" name="任意多边形 11"/>
          <p:cNvSpPr/>
          <p:nvPr>
            <p:custDataLst>
              <p:tags r:id="rId12"/>
            </p:custDataLst>
          </p:nvPr>
        </p:nvSpPr>
        <p:spPr>
          <a:xfrm>
            <a:off x="4851830" y="4366938"/>
            <a:ext cx="3777344" cy="1038281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1202" rIns="163195" bIns="61836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/>
                </a:solidFill>
                <a:sym typeface="+mn-ea"/>
              </a:rPr>
              <a:t>Filtering with conditions (e.g., Quantity &gt; 3)</a:t>
            </a:r>
            <a:endParaRPr lang="en-US" sz="14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椭圆 12"/>
          <p:cNvSpPr/>
          <p:nvPr>
            <p:custDataLst>
              <p:tags r:id="rId13"/>
            </p:custDataLst>
          </p:nvPr>
        </p:nvSpPr>
        <p:spPr>
          <a:xfrm>
            <a:off x="4666559" y="4642701"/>
            <a:ext cx="486107" cy="48610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06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1151550"/>
            <a:ext cx="8226900" cy="529200"/>
          </a:xfrm>
        </p:spPr>
        <p:txBody>
          <a:bodyPr vert="horz" wrap="square" lIns="67500" tIns="35100" rIns="67500" bIns="0" rtlCol="0" anchor="ctr" anchorCtr="0">
            <a:normAutofit/>
          </a:bodyPr>
          <a:lstStyle/>
          <a:p>
            <a:r>
              <a:rPr lang="en-US" spc="0" dirty="0">
                <a:latin typeface="+mj-lt"/>
              </a:rPr>
              <a:t>Query 1 – Total Orders</a:t>
            </a:r>
            <a:endParaRPr lang="en-US" spc="0" dirty="0">
              <a:latin typeface="+mj-lt"/>
            </a:endParaRPr>
          </a:p>
        </p:txBody>
      </p:sp>
      <p:sp>
        <p:nvSpPr>
          <p:cNvPr id="3" name="矩形: 圆角 23"/>
          <p:cNvSpPr/>
          <p:nvPr>
            <p:custDataLst>
              <p:tags r:id="rId2"/>
            </p:custDataLst>
          </p:nvPr>
        </p:nvSpPr>
        <p:spPr>
          <a:xfrm>
            <a:off x="521970" y="2021454"/>
            <a:ext cx="8100060" cy="1080000"/>
          </a:xfrm>
          <a:prstGeom prst="roundRect">
            <a:avLst>
              <a:gd name="adj" fmla="val 6567"/>
            </a:avLst>
          </a:prstGeom>
          <a:gradFill>
            <a:gsLst>
              <a:gs pos="0">
                <a:schemeClr val="accent1">
                  <a:alpha val="0"/>
                </a:schemeClr>
              </a:gs>
              <a:gs pos="80000">
                <a:schemeClr val="accent1">
                  <a:alpha val="8000"/>
                </a:schemeClr>
              </a:gs>
            </a:gsLst>
            <a:lin ang="10800000" scaled="0"/>
          </a:gradFill>
          <a:ln w="127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rIns="0" bIns="0" numCol="1" spcCol="0" rtlCol="0" fromWordArt="0" anchor="ctr" anchorCtr="0" forceAA="0" compatLnSpc="1">
            <a:noAutofit/>
          </a:bodyPr>
          <a:p>
            <a:pPr lvl="1" algn="l">
              <a:buClrTx/>
              <a:buSzTx/>
              <a:buFontTx/>
            </a:pPr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5" name="矩形 24"/>
          <p:cNvSpPr/>
          <p:nvPr>
            <p:custDataLst>
              <p:tags r:id="rId3"/>
            </p:custDataLst>
          </p:nvPr>
        </p:nvSpPr>
        <p:spPr>
          <a:xfrm>
            <a:off x="711518" y="2223861"/>
            <a:ext cx="7587000" cy="252752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b" anchorCtr="0" forceAA="0" compatLnSpc="1">
            <a:normAutofit fontScale="8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1"/>
                </a:solidFill>
                <a:latin typeface="+mj-lt"/>
                <a:sym typeface="+mn-ea"/>
              </a:rPr>
              <a:t>COUNT(*): counts all rows in the table.</a:t>
            </a:r>
            <a:endParaRPr lang="en-US" sz="2000" b="1" dirty="0">
              <a:solidFill>
                <a:schemeClr val="accent1"/>
              </a:solidFill>
              <a:latin typeface="+mj-lt"/>
              <a:sym typeface="+mn-ea"/>
            </a:endParaRPr>
          </a:p>
        </p:txBody>
      </p:sp>
      <p:sp>
        <p:nvSpPr>
          <p:cNvPr id="7" name="矩形 1"/>
          <p:cNvSpPr/>
          <p:nvPr>
            <p:custDataLst>
              <p:tags r:id="rId4"/>
            </p:custDataLst>
          </p:nvPr>
        </p:nvSpPr>
        <p:spPr>
          <a:xfrm>
            <a:off x="711518" y="2506753"/>
            <a:ext cx="7587000" cy="51257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AS Total_Orders: renames the result column.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65" name="矩形: 圆角 64"/>
          <p:cNvSpPr/>
          <p:nvPr>
            <p:custDataLst>
              <p:tags r:id="rId5"/>
            </p:custDataLst>
          </p:nvPr>
        </p:nvSpPr>
        <p:spPr>
          <a:xfrm>
            <a:off x="521970" y="3290184"/>
            <a:ext cx="8100060" cy="1080000"/>
          </a:xfrm>
          <a:prstGeom prst="roundRect">
            <a:avLst>
              <a:gd name="adj" fmla="val 6567"/>
            </a:avLst>
          </a:prstGeom>
          <a:gradFill>
            <a:gsLst>
              <a:gs pos="0">
                <a:schemeClr val="accent2">
                  <a:alpha val="0"/>
                </a:schemeClr>
              </a:gs>
              <a:gs pos="80000">
                <a:schemeClr val="accent2">
                  <a:alpha val="8000"/>
                </a:schemeClr>
              </a:gs>
            </a:gsLst>
            <a:lin ang="10800000" scaled="0"/>
          </a:gradFill>
          <a:ln w="127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rIns="0" bIns="0" numCol="1" spcCol="0" rtlCol="0" fromWordArt="0" anchor="ctr" anchorCtr="0" forceAA="0" compatLnSpc="1">
            <a:noAutofit/>
          </a:bodyPr>
          <a:p>
            <a:pPr lvl="1" algn="l">
              <a:buClrTx/>
              <a:buSzTx/>
              <a:buFontTx/>
            </a:pPr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66" name="矩形 65"/>
          <p:cNvSpPr/>
          <p:nvPr>
            <p:custDataLst>
              <p:tags r:id="rId6"/>
            </p:custDataLst>
          </p:nvPr>
        </p:nvSpPr>
        <p:spPr>
          <a:xfrm>
            <a:off x="711518" y="3492591"/>
            <a:ext cx="7587000" cy="252752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b" anchorCtr="0" forceAA="0" compatLnSpc="1">
            <a:normAutofit fontScale="8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2"/>
                </a:solidFill>
                <a:latin typeface="+mj-lt"/>
                <a:sym typeface="+mn-ea"/>
              </a:rPr>
              <a:t>Purpose:</a:t>
            </a:r>
            <a:endParaRPr lang="en-US" sz="2000" b="1" dirty="0">
              <a:solidFill>
                <a:schemeClr val="accent2"/>
              </a:solidFill>
              <a:latin typeface="+mj-lt"/>
              <a:sym typeface="+mn-ea"/>
            </a:endParaRPr>
          </a:p>
        </p:txBody>
      </p:sp>
      <p:sp>
        <p:nvSpPr>
          <p:cNvPr id="9" name="矩形 3"/>
          <p:cNvSpPr/>
          <p:nvPr>
            <p:custDataLst>
              <p:tags r:id="rId7"/>
            </p:custDataLst>
          </p:nvPr>
        </p:nvSpPr>
        <p:spPr>
          <a:xfrm>
            <a:off x="711518" y="3775007"/>
            <a:ext cx="7587000" cy="51257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Determine total number of orders → indicates sales activity level.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74" name="矩形: 圆角 73"/>
          <p:cNvSpPr/>
          <p:nvPr>
            <p:custDataLst>
              <p:tags r:id="rId8"/>
            </p:custDataLst>
          </p:nvPr>
        </p:nvSpPr>
        <p:spPr>
          <a:xfrm>
            <a:off x="521970" y="4558438"/>
            <a:ext cx="8100060" cy="1080000"/>
          </a:xfrm>
          <a:prstGeom prst="roundRect">
            <a:avLst>
              <a:gd name="adj" fmla="val 6567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80000">
                <a:schemeClr val="accent3">
                  <a:alpha val="8000"/>
                </a:schemeClr>
              </a:gs>
            </a:gsLst>
            <a:lin ang="10800000" scaled="0"/>
          </a:gradFill>
          <a:ln w="127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rIns="0" bIns="0" numCol="1" spcCol="0" rtlCol="0" fromWordArt="0" anchor="ctr" anchorCtr="0" forceAA="0" compatLnSpc="1">
            <a:noAutofit/>
          </a:bodyPr>
          <a:p>
            <a:pPr lvl="1" algn="l">
              <a:buClrTx/>
              <a:buSzTx/>
              <a:buFontTx/>
            </a:pPr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75" name="矩形 74"/>
          <p:cNvSpPr/>
          <p:nvPr>
            <p:custDataLst>
              <p:tags r:id="rId9"/>
            </p:custDataLst>
          </p:nvPr>
        </p:nvSpPr>
        <p:spPr>
          <a:xfrm>
            <a:off x="711518" y="4760844"/>
            <a:ext cx="7587000" cy="252752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b" anchorCtr="0" forceAA="0" compatLnSpc="1">
            <a:normAutofit fontScale="8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accent3"/>
                </a:solidFill>
                <a:latin typeface="+mj-lt"/>
                <a:sym typeface="+mn-ea"/>
              </a:rPr>
              <a:t>Insight:</a:t>
            </a:r>
            <a:endParaRPr lang="en-US" sz="2000" b="1" dirty="0">
              <a:solidFill>
                <a:schemeClr val="accent3"/>
              </a:solidFill>
              <a:latin typeface="+mj-lt"/>
              <a:sym typeface="+mn-ea"/>
            </a:endParaRPr>
          </a:p>
        </p:txBody>
      </p:sp>
      <p:sp>
        <p:nvSpPr>
          <p:cNvPr id="10" name="矩形 6"/>
          <p:cNvSpPr/>
          <p:nvPr>
            <p:custDataLst>
              <p:tags r:id="rId10"/>
            </p:custDataLst>
          </p:nvPr>
        </p:nvSpPr>
        <p:spPr>
          <a:xfrm>
            <a:off x="711518" y="5043261"/>
            <a:ext cx="7587000" cy="51257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Large number of orders → active customer transactions.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1" name="矩形 18"/>
          <p:cNvSpPr/>
          <p:nvPr>
            <p:custDataLst>
              <p:tags r:id="rId11"/>
            </p:custDataLst>
          </p:nvPr>
        </p:nvSpPr>
        <p:spPr>
          <a:xfrm>
            <a:off x="711518" y="1962399"/>
            <a:ext cx="7587000" cy="252752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ln w="12700">
                  <a:solidFill>
                    <a:schemeClr val="accent1"/>
                  </a:solidFill>
                </a:ln>
                <a:solidFill>
                  <a:schemeClr val="bg2"/>
                </a:solidFill>
                <a:latin typeface="+mn-lt"/>
                <a:sym typeface="+mn-lt"/>
              </a:rPr>
              <a:t>01</a:t>
            </a:r>
            <a:endParaRPr lang="en-US" sz="2800" b="1" dirty="0">
              <a:ln w="12700">
                <a:solidFill>
                  <a:schemeClr val="accent1"/>
                </a:solidFill>
              </a:ln>
              <a:solidFill>
                <a:schemeClr val="bg2"/>
              </a:solidFill>
              <a:latin typeface="+mn-lt"/>
              <a:sym typeface="+mn-lt"/>
            </a:endParaRPr>
          </a:p>
        </p:txBody>
      </p:sp>
      <p:sp>
        <p:nvSpPr>
          <p:cNvPr id="12" name="矩形 19"/>
          <p:cNvSpPr/>
          <p:nvPr>
            <p:custDataLst>
              <p:tags r:id="rId12"/>
            </p:custDataLst>
          </p:nvPr>
        </p:nvSpPr>
        <p:spPr>
          <a:xfrm>
            <a:off x="711518" y="3234939"/>
            <a:ext cx="7587000" cy="252752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sz="2800" b="1" dirty="0">
                <a:ln w="12700">
                  <a:solidFill>
                    <a:schemeClr val="accent2"/>
                  </a:solidFill>
                </a:ln>
                <a:solidFill>
                  <a:schemeClr val="bg2"/>
                </a:solidFill>
                <a:latin typeface="+mn-lt"/>
                <a:sym typeface="+mn-lt"/>
              </a:rPr>
              <a:t>02</a:t>
            </a:r>
            <a:endParaRPr lang="en-US" sz="2800" b="1" dirty="0">
              <a:ln w="12700">
                <a:solidFill>
                  <a:schemeClr val="accent2"/>
                </a:solidFill>
              </a:ln>
              <a:solidFill>
                <a:schemeClr val="bg2"/>
              </a:solidFill>
              <a:latin typeface="+mn-lt"/>
              <a:sym typeface="+mn-lt"/>
            </a:endParaRPr>
          </a:p>
        </p:txBody>
      </p:sp>
      <p:sp>
        <p:nvSpPr>
          <p:cNvPr id="14" name="矩形 20"/>
          <p:cNvSpPr/>
          <p:nvPr>
            <p:custDataLst>
              <p:tags r:id="rId13"/>
            </p:custDataLst>
          </p:nvPr>
        </p:nvSpPr>
        <p:spPr>
          <a:xfrm>
            <a:off x="711518" y="4503193"/>
            <a:ext cx="7587000" cy="252752"/>
          </a:xfrm>
          <a:prstGeom prst="rect">
            <a:avLst/>
          </a:prstGeom>
          <a:noFill/>
          <a:ln w="12700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Autofit/>
          </a:bodyPr>
          <a:p>
            <a:pPr lvl="0" algn="l">
              <a:buClrTx/>
              <a:buSzTx/>
              <a:buFontTx/>
            </a:pPr>
            <a:r>
              <a:rPr lang="en-US" sz="2800" b="1" dirty="0">
                <a:ln w="12700">
                  <a:solidFill>
                    <a:schemeClr val="accent3"/>
                  </a:solidFill>
                </a:ln>
                <a:solidFill>
                  <a:schemeClr val="bg2"/>
                </a:solidFill>
                <a:latin typeface="+mn-lt"/>
                <a:sym typeface="+mn-lt"/>
              </a:rPr>
              <a:t>03</a:t>
            </a:r>
            <a:endParaRPr lang="en-US" sz="2800" b="1" dirty="0">
              <a:ln w="12700">
                <a:solidFill>
                  <a:schemeClr val="accent3"/>
                </a:solidFill>
              </a:ln>
              <a:solidFill>
                <a:schemeClr val="bg2"/>
              </a:solidFill>
              <a:latin typeface="+mn-lt"/>
              <a:sym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64455" y="2011680"/>
            <a:ext cx="3457575" cy="7620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22490" y="3204210"/>
            <a:ext cx="1076325" cy="571500"/>
          </a:xfrm>
          <a:prstGeom prst="rect">
            <a:avLst/>
          </a:prstGeom>
        </p:spPr>
      </p:pic>
    </p:spTree>
    <p:custDataLst>
      <p:tags r:id="rId1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pPr lvl="0" algn="l"/>
            <a:r>
              <a:rPr>
                <a:cs typeface="+mn-ea"/>
                <a:sym typeface="+mn-ea"/>
              </a:rPr>
              <a:t>Query 2 – Most Expensive Products</a:t>
            </a:r>
            <a:endParaRPr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1595" y="166751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en-US">
                <a:solidFill>
                  <a:schemeClr val="tx1"/>
                </a:solidFill>
              </a:rPr>
              <a:t>Explanation:</a:t>
            </a:r>
            <a:endParaRPr lang="en-US" altLang="en-US"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ORDER BY UnitPrice DESC sorts highest to lowest.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LIMIT 10 shows top 10.</a:t>
            </a:r>
            <a:endParaRPr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Purpose: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Identify high-priced products that may drive revenue despite lower frequency.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370" y="2910840"/>
            <a:ext cx="2409825" cy="1219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6975" y="3888740"/>
            <a:ext cx="1368425" cy="230505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20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5226" y="1104138"/>
            <a:ext cx="7811262" cy="656749"/>
          </a:xfrm>
          <a:noFill/>
        </p:spPr>
        <p:txBody>
          <a:bodyPr wrap="square" lIns="68580" tIns="34290" rIns="68580" bIns="34290" rtlCol="0" anchor="b">
            <a:normAutofit/>
          </a:bodyPr>
          <a:lstStyle/>
          <a:p>
            <a:pPr>
              <a:lnSpc>
                <a:spcPct val="150000"/>
              </a:lnSpc>
            </a:pPr>
            <a:r>
              <a:rPr sz="2550" b="1">
                <a:solidFill>
                  <a:schemeClr val="accent1"/>
                </a:solidFill>
                <a:sym typeface="+mn-ea"/>
              </a:rPr>
              <a:t>Query 3 – Average Price Per Product</a:t>
            </a:r>
            <a:endParaRPr lang="en-US" sz="2550" b="1" spc="0" dirty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5" name="Rectangle 41732_#color_#shadow_$dk1-788&amp;2007"/>
          <p:cNvSpPr/>
          <p:nvPr>
            <p:custDataLst>
              <p:tags r:id="rId2"/>
            </p:custDataLst>
          </p:nvPr>
        </p:nvSpPr>
        <p:spPr>
          <a:xfrm>
            <a:off x="748665" y="2173908"/>
            <a:ext cx="7646670" cy="1500189"/>
          </a:xfrm>
          <a:prstGeom prst="roundRect">
            <a:avLst/>
          </a:prstGeom>
          <a:solidFill>
            <a:srgbClr val="FFFFFF"/>
          </a:solidFill>
          <a:effectLst>
            <a:outerShdw blurRad="508000" dist="76200" dir="5400000" algn="bl" rotWithShape="0">
              <a:schemeClr val="accent1">
                <a:alpha val="20000"/>
              </a:schemeClr>
            </a:outerShdw>
          </a:effectLst>
        </p:spPr>
        <p:txBody>
          <a:bodyPr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矩形 1"/>
          <p:cNvSpPr/>
          <p:nvPr>
            <p:custDataLst>
              <p:tags r:id="rId3"/>
            </p:custDataLst>
          </p:nvPr>
        </p:nvSpPr>
        <p:spPr>
          <a:xfrm>
            <a:off x="923925" y="2623012"/>
            <a:ext cx="750094" cy="525335"/>
          </a:xfrm>
          <a:prstGeom prst="rect">
            <a:avLst/>
          </a:prstGeom>
          <a:noFill/>
        </p:spPr>
        <p:txBody>
          <a:bodyPr wrap="none" rtlCol="0" anchor="ctr" anchorCtr="0">
            <a:normAutofit fontScale="7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600" b="1" dirty="0">
                <a:solidFill>
                  <a:schemeClr val="accent1"/>
                </a:solidFill>
              </a:rPr>
              <a:t>01</a:t>
            </a:r>
            <a:endParaRPr lang="en-US" sz="3600" b="1" dirty="0">
              <a:solidFill>
                <a:schemeClr val="accent1"/>
              </a:solidFill>
            </a:endParaRPr>
          </a:p>
        </p:txBody>
      </p:sp>
      <p:sp>
        <p:nvSpPr>
          <p:cNvPr id="8" name="矩形 2"/>
          <p:cNvSpPr/>
          <p:nvPr>
            <p:custDataLst>
              <p:tags r:id="rId4"/>
            </p:custDataLst>
          </p:nvPr>
        </p:nvSpPr>
        <p:spPr>
          <a:xfrm>
            <a:off x="1806416" y="2910667"/>
            <a:ext cx="6201729" cy="5945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7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404040"/>
                </a:solidFill>
                <a:latin typeface="+mn-lt"/>
              </a:rPr>
              <a:t>AVG(UnitPrice) calculates average price.</a:t>
            </a:r>
            <a:endParaRPr lang="en-US" dirty="0">
              <a:solidFill>
                <a:srgbClr val="404040"/>
              </a:solidFill>
              <a:latin typeface="+mn-lt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404040"/>
                </a:solidFill>
                <a:latin typeface="+mn-lt"/>
              </a:rPr>
              <a:t>GROUP BY Product groups records per product.</a:t>
            </a:r>
            <a:endParaRPr lang="en-US" dirty="0">
              <a:solidFill>
                <a:srgbClr val="404040"/>
              </a:solidFill>
              <a:latin typeface="+mn-lt"/>
            </a:endParaRPr>
          </a:p>
        </p:txBody>
      </p:sp>
      <p:sp>
        <p:nvSpPr>
          <p:cNvPr id="14" name="矩形 3"/>
          <p:cNvSpPr/>
          <p:nvPr>
            <p:custDataLst>
              <p:tags r:id="rId5"/>
            </p:custDataLst>
          </p:nvPr>
        </p:nvSpPr>
        <p:spPr>
          <a:xfrm>
            <a:off x="1806416" y="2466802"/>
            <a:ext cx="6201728" cy="30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575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151515"/>
                </a:solidFill>
                <a:latin typeface="+mj-lt"/>
              </a:rPr>
              <a:t>Explanation:</a:t>
            </a:r>
            <a:endParaRPr lang="en-US" sz="2800" b="1" dirty="0">
              <a:solidFill>
                <a:srgbClr val="151515"/>
              </a:solidFill>
              <a:latin typeface="+mj-lt"/>
            </a:endParaRPr>
          </a:p>
        </p:txBody>
      </p:sp>
      <p:sp>
        <p:nvSpPr>
          <p:cNvPr id="42" name="Rectangle 41732_#color_#shadow_$dk1-788&amp;2007"/>
          <p:cNvSpPr/>
          <p:nvPr>
            <p:custDataLst>
              <p:tags r:id="rId6"/>
            </p:custDataLst>
          </p:nvPr>
        </p:nvSpPr>
        <p:spPr>
          <a:xfrm>
            <a:off x="748665" y="3947940"/>
            <a:ext cx="7646670" cy="1500189"/>
          </a:xfrm>
          <a:prstGeom prst="roundRect">
            <a:avLst/>
          </a:prstGeom>
          <a:solidFill>
            <a:srgbClr val="FFFFFF"/>
          </a:solidFill>
          <a:effectLst>
            <a:outerShdw blurRad="508000" dist="76200" dir="5400000" algn="bl" rotWithShape="0">
              <a:schemeClr val="accent2">
                <a:alpha val="20000"/>
              </a:schemeClr>
            </a:outerShdw>
          </a:effectLst>
        </p:spPr>
        <p:txBody>
          <a:bodyPr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5" name="矩形 4"/>
          <p:cNvSpPr/>
          <p:nvPr>
            <p:custDataLst>
              <p:tags r:id="rId7"/>
            </p:custDataLst>
          </p:nvPr>
        </p:nvSpPr>
        <p:spPr>
          <a:xfrm>
            <a:off x="923925" y="4397043"/>
            <a:ext cx="750094" cy="525335"/>
          </a:xfrm>
          <a:prstGeom prst="rect">
            <a:avLst/>
          </a:prstGeom>
          <a:noFill/>
        </p:spPr>
        <p:txBody>
          <a:bodyPr wrap="none" rtlCol="0" anchor="ctr" anchorCtr="0">
            <a:normAutofit fontScale="7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3600" b="1">
                <a:solidFill>
                  <a:schemeClr val="accent2"/>
                </a:solidFill>
              </a:rPr>
              <a:t>02</a:t>
            </a:r>
            <a:endParaRPr lang="en-US" sz="3600" b="1">
              <a:solidFill>
                <a:schemeClr val="accent2"/>
              </a:solidFill>
            </a:endParaRPr>
          </a:p>
        </p:txBody>
      </p:sp>
      <p:sp>
        <p:nvSpPr>
          <p:cNvPr id="16" name="矩形 5"/>
          <p:cNvSpPr/>
          <p:nvPr>
            <p:custDataLst>
              <p:tags r:id="rId8"/>
            </p:custDataLst>
          </p:nvPr>
        </p:nvSpPr>
        <p:spPr>
          <a:xfrm>
            <a:off x="1806416" y="4684698"/>
            <a:ext cx="6201729" cy="5945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80000"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rgbClr val="404040"/>
                </a:solidFill>
                <a:latin typeface="+mn-lt"/>
              </a:rPr>
              <a:t>Electronics → higher average prices than furniture/office items.</a:t>
            </a:r>
            <a:endParaRPr lang="en-US" dirty="0">
              <a:solidFill>
                <a:srgbClr val="404040"/>
              </a:solidFill>
              <a:latin typeface="+mn-lt"/>
            </a:endParaRPr>
          </a:p>
        </p:txBody>
      </p:sp>
      <p:sp>
        <p:nvSpPr>
          <p:cNvPr id="18" name="矩形 6"/>
          <p:cNvSpPr/>
          <p:nvPr>
            <p:custDataLst>
              <p:tags r:id="rId9"/>
            </p:custDataLst>
          </p:nvPr>
        </p:nvSpPr>
        <p:spPr>
          <a:xfrm>
            <a:off x="1806416" y="4240833"/>
            <a:ext cx="6201728" cy="3054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675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151515"/>
                </a:solidFill>
                <a:latin typeface="+mj-lt"/>
              </a:rPr>
              <a:t>Insight:</a:t>
            </a:r>
            <a:endParaRPr lang="en-US" sz="2800" b="1" dirty="0">
              <a:solidFill>
                <a:srgbClr val="151515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81550" y="2138680"/>
            <a:ext cx="4362450" cy="9620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69430" y="4016375"/>
            <a:ext cx="1972310" cy="2303780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b="1">
                <a:solidFill>
                  <a:schemeClr val="accent1"/>
                </a:solidFill>
                <a:sym typeface="+mn-ea"/>
              </a:rPr>
              <a:t>Query 4 – Total Quantity Sold Per Product</a:t>
            </a:r>
            <a:endParaRPr lang="en-US" b="1" spc="0">
              <a:solidFill>
                <a:schemeClr val="accent1"/>
              </a:solidFill>
              <a:sym typeface="+mn-ea"/>
            </a:endParaRPr>
          </a:p>
        </p:txBody>
      </p:sp>
      <p:sp>
        <p:nvSpPr>
          <p:cNvPr id="17" name="矩形 4"/>
          <p:cNvSpPr/>
          <p:nvPr>
            <p:custDataLst>
              <p:tags r:id="rId2"/>
            </p:custDataLst>
          </p:nvPr>
        </p:nvSpPr>
        <p:spPr>
          <a:xfrm>
            <a:off x="5338095" y="2561865"/>
            <a:ext cx="2872355" cy="74408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lIns="0" tIns="0" rIns="0" bIns="0" numCol="1" spcCol="0" rtlCol="0" fromWordArt="0" anchor="t" anchorCtr="0" forceAA="0" compatLnSpc="1">
            <a:normAutofit lnSpcReduction="20000"/>
          </a:bodyPr>
          <a:p>
            <a:pPr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Identify products with highest sales volume → customer demand analysis.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sp>
        <p:nvSpPr>
          <p:cNvPr id="18" name="矩形 5"/>
          <p:cNvSpPr/>
          <p:nvPr>
            <p:custDataLst>
              <p:tags r:id="rId3"/>
            </p:custDataLst>
          </p:nvPr>
        </p:nvSpPr>
        <p:spPr>
          <a:xfrm>
            <a:off x="5337629" y="2085393"/>
            <a:ext cx="2873754" cy="42145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solidFill>
                  <a:schemeClr val="tx1"/>
                </a:solidFill>
                <a:latin typeface="+mj-lt"/>
                <a:sym typeface="+mn-ea"/>
              </a:rPr>
              <a:t>Purpose:</a:t>
            </a:r>
            <a:endParaRPr lang="en-US" sz="2000" b="1" dirty="0">
              <a:solidFill>
                <a:schemeClr val="tx1"/>
              </a:solidFill>
              <a:latin typeface="+mj-lt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735" y="2085340"/>
            <a:ext cx="3267710" cy="12287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965" y="3731895"/>
            <a:ext cx="7219950" cy="192595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>
                <a:solidFill>
                  <a:srgbClr val="FFFFFF"/>
                </a:solidFill>
                <a:effectLst/>
                <a:latin typeface="+mn-lt"/>
                <a:sym typeface="+mn-ea"/>
              </a:rPr>
              <a:t>Query 5 – Number of Orders Per Product</a:t>
            </a:r>
            <a:endParaRPr lang="ar-EG" altLang="en-US" spc="0" dirty="0">
              <a:solidFill>
                <a:srgbClr val="FFFFFF"/>
              </a:solidFill>
              <a:effectLst/>
              <a:latin typeface="+mn-lt"/>
              <a:sym typeface="+mn-ea"/>
            </a:endParaRPr>
          </a:p>
        </p:txBody>
      </p:sp>
      <p:sp>
        <p:nvSpPr>
          <p:cNvPr id="9" name="平行四边形 8"/>
          <p:cNvSpPr/>
          <p:nvPr>
            <p:custDataLst>
              <p:tags r:id="rId2"/>
            </p:custDataLst>
          </p:nvPr>
        </p:nvSpPr>
        <p:spPr>
          <a:xfrm>
            <a:off x="519112" y="2148568"/>
            <a:ext cx="8101728" cy="1345873"/>
          </a:xfrm>
          <a:prstGeom prst="parallelogram">
            <a:avLst/>
          </a:prstGeom>
          <a:solidFill>
            <a:srgbClr val="EBEE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865019" tIns="194654" rIns="865018" bIns="194653" rtlCol="0" anchor="ctr">
            <a:normAutofit/>
          </a:bodyPr>
          <a:p>
            <a:pPr marL="0" rtl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kern="1200" dirty="0">
                <a:solidFill>
                  <a:schemeClr val="dk1">
                    <a:lumMod val="85000"/>
                    <a:lumOff val="15000"/>
                  </a:schemeClr>
                </a:solidFill>
                <a:effectLst/>
                <a:latin typeface="+mn-lt"/>
              </a:rPr>
              <a:t>Purpose:Find most frequently ordered products → prioritize inventory.</a:t>
            </a:r>
            <a:endParaRPr lang="en-US" sz="1400" kern="1200" dirty="0">
              <a:solidFill>
                <a:schemeClr val="dk1">
                  <a:lumMod val="85000"/>
                  <a:lumOff val="15000"/>
                </a:schemeClr>
              </a:solidFill>
              <a:effectLst/>
              <a:latin typeface="+mn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" y="3975735"/>
            <a:ext cx="4248150" cy="1238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2760" y="3683000"/>
            <a:ext cx="2600325" cy="209740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22000" y="1153054"/>
            <a:ext cx="8100000" cy="594000"/>
          </a:xfrm>
        </p:spPr>
        <p:txBody>
          <a:bodyPr wrap="square" lIns="67500" tIns="35100" rIns="67500" bIns="0">
            <a:normAutofit/>
          </a:bodyPr>
          <a:lstStyle/>
          <a:p>
            <a:r>
              <a:rPr b="1">
                <a:sym typeface="+mn-ea"/>
              </a:rPr>
              <a:t>Query 6 – Orders with Quantity &gt; 3</a:t>
            </a:r>
            <a:endParaRPr lang="en-US" spc="0" dirty="0"/>
          </a:p>
        </p:txBody>
      </p:sp>
      <p:sp>
        <p:nvSpPr>
          <p:cNvPr id="6" name="圆角矩形 1"/>
          <p:cNvSpPr/>
          <p:nvPr>
            <p:custDataLst>
              <p:tags r:id="rId2"/>
            </p:custDataLst>
          </p:nvPr>
        </p:nvSpPr>
        <p:spPr>
          <a:xfrm>
            <a:off x="5804370" y="2287774"/>
            <a:ext cx="1739756" cy="2771696"/>
          </a:xfrm>
          <a:prstGeom prst="roundRect">
            <a:avLst>
              <a:gd name="adj" fmla="val 50000"/>
            </a:avLst>
          </a:prstGeom>
          <a:solidFill>
            <a:schemeClr val="accent3">
              <a:lumMod val="20000"/>
              <a:lumOff val="80000"/>
            </a:schemeClr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8" name="矩形 1"/>
          <p:cNvSpPr/>
          <p:nvPr>
            <p:custDataLst>
              <p:tags r:id="rId3"/>
            </p:custDataLst>
          </p:nvPr>
        </p:nvSpPr>
        <p:spPr>
          <a:xfrm>
            <a:off x="6097310" y="3149386"/>
            <a:ext cx="1153298" cy="1525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8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chemeClr val="dk1">
                    <a:lumMod val="85000"/>
                    <a:lumOff val="15000"/>
                  </a:schemeClr>
                </a:solidFill>
                <a:latin typeface="+mn-lt"/>
              </a:rPr>
              <a:t>High-quantity orders → possible business/wholesale customers.</a:t>
            </a:r>
            <a:endParaRPr lang="en-US" sz="1400" dirty="0">
              <a:solidFill>
                <a:schemeClr val="dk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9" name="矩形 3"/>
          <p:cNvSpPr/>
          <p:nvPr>
            <p:custDataLst>
              <p:tags r:id="rId4"/>
            </p:custDataLst>
          </p:nvPr>
        </p:nvSpPr>
        <p:spPr>
          <a:xfrm>
            <a:off x="6097310" y="2570239"/>
            <a:ext cx="1153298" cy="546995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 fontScale="7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chemeClr val="accent3"/>
                </a:solidFill>
                <a:latin typeface="+mj-lt"/>
              </a:rPr>
              <a:t>Insight:</a:t>
            </a:r>
            <a:endParaRPr lang="en-US" sz="2200" b="1" dirty="0">
              <a:solidFill>
                <a:schemeClr val="accent3"/>
              </a:solidFill>
              <a:latin typeface="+mj-lt"/>
            </a:endParaRPr>
          </a:p>
        </p:txBody>
      </p:sp>
      <p:sp>
        <p:nvSpPr>
          <p:cNvPr id="11" name="圆角矩形 1"/>
          <p:cNvSpPr/>
          <p:nvPr>
            <p:custDataLst>
              <p:tags r:id="rId5"/>
            </p:custDataLst>
          </p:nvPr>
        </p:nvSpPr>
        <p:spPr>
          <a:xfrm>
            <a:off x="1720957" y="2287774"/>
            <a:ext cx="1739756" cy="27716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2540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0" name="矩形 4"/>
          <p:cNvSpPr/>
          <p:nvPr>
            <p:custDataLst>
              <p:tags r:id="rId6"/>
            </p:custDataLst>
          </p:nvPr>
        </p:nvSpPr>
        <p:spPr>
          <a:xfrm>
            <a:off x="2014272" y="3254161"/>
            <a:ext cx="1153298" cy="152561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solidFill>
                  <a:srgbClr val="FFFFFF"/>
                </a:solidFill>
                <a:latin typeface="+mn-lt"/>
              </a:rPr>
              <a:t>WHERE Quantity &gt; 3 filters bulk purchases.</a:t>
            </a:r>
            <a:endParaRPr lang="en-US" sz="1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" name="矩形 6"/>
          <p:cNvSpPr/>
          <p:nvPr>
            <p:custDataLst>
              <p:tags r:id="rId7"/>
            </p:custDataLst>
          </p:nvPr>
        </p:nvSpPr>
        <p:spPr>
          <a:xfrm>
            <a:off x="2014272" y="2707399"/>
            <a:ext cx="1153298" cy="546995"/>
          </a:xfrm>
          <a:prstGeom prst="rect">
            <a:avLst/>
          </a:prstGeom>
          <a:noFill/>
        </p:spPr>
        <p:txBody>
          <a:bodyPr wrap="square" lIns="90000" tIns="46800" rIns="90000" bIns="0" rtlCol="0" anchor="ctr">
            <a:normAutofit fontScale="70000"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200" b="1" dirty="0">
                <a:solidFill>
                  <a:srgbClr val="FFFFFF"/>
                </a:solidFill>
                <a:latin typeface="+mj-lt"/>
              </a:rPr>
              <a:t>Explanation:</a:t>
            </a:r>
            <a:endParaRPr lang="en-US" sz="22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3285" y="2570480"/>
            <a:ext cx="2112010" cy="8572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67380" y="3683000"/>
            <a:ext cx="2696210" cy="1809115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noFill/>
        </p:spPr>
        <p:txBody>
          <a:bodyPr vert="horz" wrap="square" lIns="36195" tIns="0" rIns="91440" bIns="0" rtlCol="0" anchor="b" anchorCtr="0">
            <a:normAutofit/>
          </a:bodyPr>
          <a:lstStyle>
            <a:lvl1pPr algn="l">
              <a:defRPr u="none" strike="noStrike" kern="1200" cap="none" spc="0" normalizeH="0">
                <a:latin typeface="+mj-lt"/>
              </a:defRPr>
            </a:lvl1pPr>
          </a:lstStyle>
          <a:p>
            <a:pPr lvl="0" algn="l"/>
            <a:r>
              <a:rPr>
                <a:cs typeface="+mn-ea"/>
                <a:sym typeface="+mn-ea"/>
              </a:rPr>
              <a:t>Query 7 – Overall Average Product Price</a:t>
            </a:r>
            <a:endParaRPr>
              <a:cs typeface="+mn-ea"/>
              <a:sym typeface="+mn-ea"/>
            </a:endParaRPr>
          </a:p>
        </p:txBody>
      </p:sp>
      <p:sp>
        <p:nvSpPr>
          <p:cNvPr id="4" name="Content Placeholder 2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92430" y="187452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 panose="020B0604020202020204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>
                <a:solidFill>
                  <a:schemeClr val="tx1"/>
                </a:solidFill>
              </a:rPr>
              <a:t>Purpose:</a:t>
            </a:r>
            <a:endParaRPr>
              <a:solidFill>
                <a:schemeClr val="tx1"/>
              </a:solidFill>
            </a:endParaRPr>
          </a:p>
          <a:p>
            <a:r>
              <a:rPr>
                <a:solidFill>
                  <a:schemeClr val="tx1"/>
                </a:solidFill>
              </a:rPr>
              <a:t>Overview of company’s pricing strategy (premium vs. budget).</a:t>
            </a:r>
            <a:endParaRPr>
              <a:solidFill>
                <a:schemeClr val="tx1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970" y="3785870"/>
            <a:ext cx="4476750" cy="7143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6045" y="4109085"/>
            <a:ext cx="3800475" cy="18192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863918" y="1284129"/>
            <a:ext cx="4757261" cy="597694"/>
          </a:xfrm>
        </p:spPr>
        <p:txBody>
          <a:bodyPr/>
          <a:lstStyle/>
          <a:p>
            <a:r>
              <a:rPr>
                <a:sym typeface="+mn-ea"/>
              </a:rPr>
              <a:t>Business Insights Summary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864235" y="2410460"/>
            <a:ext cx="7071995" cy="2896235"/>
          </a:xfrm>
        </p:spPr>
        <p:txBody>
          <a:bodyPr>
            <a:normAutofit fontScale="90000"/>
          </a:bodyPr>
          <a:lstStyle/>
          <a:p>
            <a:r>
              <a:rPr lang="en-US" altLang="en-US" sz="2000" dirty="0"/>
              <a:t>High-priced products contribute significantly to revenue.</a:t>
            </a:r>
            <a:br>
              <a:rPr lang="en-US" altLang="en-US" sz="2000" dirty="0"/>
            </a:br>
            <a:br>
              <a:rPr lang="en-US" altLang="en-US" sz="2000" dirty="0"/>
            </a:br>
            <a:r>
              <a:rPr lang="en-US" altLang="en-US" sz="2000" dirty="0"/>
              <a:t>Some products show high sales volume → strong demand.</a:t>
            </a:r>
            <a:br>
              <a:rPr lang="en-US" altLang="en-US" sz="2000" dirty="0"/>
            </a:br>
            <a:br>
              <a:rPr lang="en-US" altLang="en-US" sz="2000" dirty="0"/>
            </a:br>
            <a:r>
              <a:rPr lang="en-US" altLang="en-US" sz="2000" dirty="0"/>
              <a:t>Bulk orders (quantity &gt; 3) indicate wholesale or business customers.</a:t>
            </a:r>
            <a:br>
              <a:rPr lang="en-US" altLang="en-US" sz="2000" dirty="0"/>
            </a:br>
            <a:br>
              <a:rPr lang="en-US" altLang="en-US" sz="2000" dirty="0"/>
            </a:br>
            <a:r>
              <a:rPr lang="en-US" altLang="en-US" sz="2000" dirty="0"/>
              <a:t>Electronics priced higher than furniture and office items.</a:t>
            </a:r>
            <a:br>
              <a:rPr lang="en-US" altLang="en-US" sz="2000" dirty="0"/>
            </a:br>
            <a:br>
              <a:rPr lang="en-US" altLang="en-US" sz="2000" dirty="0"/>
            </a:br>
            <a:r>
              <a:rPr lang="en-US" altLang="en-US" sz="2000" dirty="0"/>
              <a:t>Most frequently ordered products should be inventory priorities.</a:t>
            </a:r>
            <a:endParaRPr lang="en-US" altLang="en-US" sz="2000" dirty="0"/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3"/>
            <p:custDataLst>
              <p:tags r:id="rId1"/>
            </p:custDataLst>
          </p:nvPr>
        </p:nvSpPr>
        <p:spPr>
          <a:xfrm>
            <a:off x="635318" y="1284129"/>
            <a:ext cx="4757261" cy="597694"/>
          </a:xfrm>
        </p:spPr>
        <p:txBody>
          <a:bodyPr/>
          <a:lstStyle/>
          <a:p>
            <a:r>
              <a:rPr>
                <a:sym typeface="+mn-ea"/>
              </a:rPr>
              <a:t>Business Recommendations</a:t>
            </a:r>
            <a:endParaRPr lang="en-US"/>
          </a:p>
        </p:txBody>
      </p:sp>
      <p:sp>
        <p:nvSpPr>
          <p:cNvPr id="4" name="标题 3"/>
          <p:cNvSpPr>
            <a:spLocks noGrp="1"/>
          </p:cNvSpPr>
          <p:nvPr>
            <p:ph type="title" idx="2"/>
            <p:custDataLst>
              <p:tags r:id="rId2"/>
            </p:custDataLst>
          </p:nvPr>
        </p:nvSpPr>
        <p:spPr>
          <a:xfrm>
            <a:off x="635635" y="2212340"/>
            <a:ext cx="7071995" cy="3368675"/>
          </a:xfrm>
        </p:spPr>
        <p:txBody>
          <a:bodyPr>
            <a:normAutofit fontScale="90000"/>
          </a:bodyPr>
          <a:lstStyle/>
          <a:p>
            <a:pPr indent="0"/>
            <a:r>
              <a:rPr lang="en-US" altLang="en-US" sz="2220" dirty="0"/>
              <a:t>Based on SQL analysis, the company should:</a:t>
            </a:r>
            <a:br>
              <a:rPr lang="en-US" altLang="en-US" sz="2220" dirty="0"/>
            </a:br>
            <a:br>
              <a:rPr lang="en-US" altLang="en-US" sz="2220" dirty="0"/>
            </a:br>
            <a:r>
              <a:rPr lang="en-US" altLang="en-US" sz="2220" dirty="0"/>
              <a:t>Focus marketing on top-selling products.</a:t>
            </a:r>
            <a:br>
              <a:rPr lang="en-US" altLang="en-US" sz="2220" dirty="0"/>
            </a:br>
            <a:br>
              <a:rPr lang="en-US" altLang="en-US" sz="2220" dirty="0"/>
            </a:br>
            <a:r>
              <a:rPr lang="en-US" altLang="en-US" sz="2220" dirty="0"/>
              <a:t>Monitor expensive products with lower demand.</a:t>
            </a:r>
            <a:br>
              <a:rPr lang="en-US" altLang="en-US" sz="2220" dirty="0"/>
            </a:br>
            <a:br>
              <a:rPr lang="en-US" altLang="en-US" sz="2220" dirty="0"/>
            </a:br>
            <a:r>
              <a:rPr lang="en-US" altLang="en-US" sz="2220" dirty="0"/>
              <a:t>Improve inventory planning using quantity trends.</a:t>
            </a:r>
            <a:br>
              <a:rPr lang="en-US" altLang="en-US" sz="2220" dirty="0"/>
            </a:br>
            <a:br>
              <a:rPr lang="en-US" altLang="en-US" sz="2220" dirty="0"/>
            </a:br>
            <a:r>
              <a:rPr lang="en-US" altLang="en-US" sz="2220" dirty="0"/>
              <a:t>Use customer purchasing patterns for future decisions.</a:t>
            </a:r>
            <a:br>
              <a:rPr lang="en-US" altLang="en-US" sz="2220" dirty="0"/>
            </a:br>
            <a:br>
              <a:rPr lang="en-US" altLang="en-US" sz="2220" dirty="0"/>
            </a:br>
            <a:r>
              <a:rPr lang="en-US" altLang="en-US" sz="2220" dirty="0"/>
              <a:t>Consider bulk discounts for wholesale buyers.</a:t>
            </a:r>
            <a:endParaRPr lang="en-US" altLang="en-US" sz="2220" dirty="0"/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6300" y="1313550"/>
            <a:ext cx="8226900" cy="529200"/>
          </a:xfrm>
        </p:spPr>
        <p:txBody>
          <a:bodyPr wrap="square">
            <a:normAutofit fontScale="90000"/>
          </a:bodyPr>
          <a:lstStyle/>
          <a:p>
            <a:r>
              <a:rPr lang="en-US" spc="0">
                <a:solidFill>
                  <a:schemeClr val="tx1"/>
                </a:solidFill>
                <a:latin typeface="+mj-lt"/>
              </a:rPr>
              <a:t>Conclusion</a:t>
            </a:r>
            <a:endParaRPr lang="en-US" spc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" name="图片 56" descr="未标题-1"/>
          <p:cNvSpPr/>
          <p:nvPr>
            <p:custDataLst>
              <p:tags r:id="rId2"/>
            </p:custDataLst>
          </p:nvPr>
        </p:nvSpPr>
        <p:spPr>
          <a:xfrm>
            <a:off x="476" y="2560326"/>
            <a:ext cx="8045680" cy="2089284"/>
          </a:xfrm>
          <a:custGeom>
            <a:avLst/>
            <a:gdLst>
              <a:gd name="connsiteX0" fmla="*/ 0 w 16893"/>
              <a:gd name="connsiteY0" fmla="*/ 2499 h 4386"/>
              <a:gd name="connsiteX1" fmla="*/ 622 w 16893"/>
              <a:gd name="connsiteY1" fmla="*/ 1965 h 4386"/>
              <a:gd name="connsiteX2" fmla="*/ 2358 w 16893"/>
              <a:gd name="connsiteY2" fmla="*/ 1262 h 4386"/>
              <a:gd name="connsiteX3" fmla="*/ 6286 w 16893"/>
              <a:gd name="connsiteY3" fmla="*/ 2564 h 4386"/>
              <a:gd name="connsiteX4" fmla="*/ 6952 w 16893"/>
              <a:gd name="connsiteY4" fmla="*/ 3155 h 4386"/>
              <a:gd name="connsiteX5" fmla="*/ 8609 w 16893"/>
              <a:gd name="connsiteY5" fmla="*/ 4168 h 4386"/>
              <a:gd name="connsiteX6" fmla="*/ 10854 w 16893"/>
              <a:gd name="connsiteY6" fmla="*/ 4318 h 4386"/>
              <a:gd name="connsiteX7" fmla="*/ 14538 w 16893"/>
              <a:gd name="connsiteY7" fmla="*/ 2343 h 4386"/>
              <a:gd name="connsiteX8" fmla="*/ 16476 w 16893"/>
              <a:gd name="connsiteY8" fmla="*/ 417 h 4386"/>
              <a:gd name="connsiteX9" fmla="*/ 16893 w 16893"/>
              <a:gd name="connsiteY9" fmla="*/ 0 h 43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6893" h="4387">
                <a:moveTo>
                  <a:pt x="0" y="2499"/>
                </a:moveTo>
                <a:cubicBezTo>
                  <a:pt x="179" y="2304"/>
                  <a:pt x="388" y="2124"/>
                  <a:pt x="622" y="1965"/>
                </a:cubicBezTo>
                <a:cubicBezTo>
                  <a:pt x="1110" y="1625"/>
                  <a:pt x="1703" y="1361"/>
                  <a:pt x="2358" y="1262"/>
                </a:cubicBezTo>
                <a:cubicBezTo>
                  <a:pt x="3886" y="1030"/>
                  <a:pt x="5287" y="1770"/>
                  <a:pt x="6286" y="2564"/>
                </a:cubicBezTo>
                <a:cubicBezTo>
                  <a:pt x="6525" y="2753"/>
                  <a:pt x="6738" y="2951"/>
                  <a:pt x="6952" y="3155"/>
                </a:cubicBezTo>
                <a:cubicBezTo>
                  <a:pt x="7504" y="3593"/>
                  <a:pt x="7896" y="3931"/>
                  <a:pt x="8609" y="4168"/>
                </a:cubicBezTo>
                <a:cubicBezTo>
                  <a:pt x="9295" y="4393"/>
                  <a:pt x="10126" y="4447"/>
                  <a:pt x="10854" y="4318"/>
                </a:cubicBezTo>
                <a:cubicBezTo>
                  <a:pt x="12385" y="3972"/>
                  <a:pt x="13581" y="3246"/>
                  <a:pt x="14538" y="2343"/>
                </a:cubicBezTo>
                <a:cubicBezTo>
                  <a:pt x="15205" y="1715"/>
                  <a:pt x="15833" y="1061"/>
                  <a:pt x="16476" y="417"/>
                </a:cubicBezTo>
                <a:lnTo>
                  <a:pt x="16893" y="0"/>
                </a:lnTo>
              </a:path>
            </a:pathLst>
          </a:custGeom>
          <a:noFill/>
          <a:ln w="19055" cap="flat">
            <a:solidFill>
              <a:schemeClr val="accent1">
                <a:alpha val="35000"/>
              </a:schemeClr>
            </a:solidFill>
            <a:custDash>
              <a:ds d="300000" sp="225000"/>
            </a:custDash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任意多边形: 形状 3"/>
          <p:cNvSpPr/>
          <p:nvPr>
            <p:custDataLst>
              <p:tags r:id="rId3"/>
            </p:custDataLst>
          </p:nvPr>
        </p:nvSpPr>
        <p:spPr>
          <a:xfrm rot="21120000">
            <a:off x="8039489" y="1981654"/>
            <a:ext cx="525238" cy="525667"/>
          </a:xfrm>
          <a:custGeom>
            <a:avLst/>
            <a:gdLst>
              <a:gd name="connsiteX0" fmla="*/ 700097 w 700284"/>
              <a:gd name="connsiteY0" fmla="*/ 857 h 700855"/>
              <a:gd name="connsiteX1" fmla="*/ 697850 w 700284"/>
              <a:gd name="connsiteY1" fmla="*/ 40730 h 700855"/>
              <a:gd name="connsiteX2" fmla="*/ 668129 w 700284"/>
              <a:gd name="connsiteY2" fmla="*/ 171739 h 700855"/>
              <a:gd name="connsiteX3" fmla="*/ 567848 w 700284"/>
              <a:gd name="connsiteY3" fmla="*/ 326540 h 700855"/>
              <a:gd name="connsiteX4" fmla="*/ 370811 w 700284"/>
              <a:gd name="connsiteY4" fmla="*/ 497034 h 700855"/>
              <a:gd name="connsiteX5" fmla="*/ 365386 w 700284"/>
              <a:gd name="connsiteY5" fmla="*/ 508348 h 700855"/>
              <a:gd name="connsiteX6" fmla="*/ 366975 w 700284"/>
              <a:gd name="connsiteY6" fmla="*/ 621107 h 700855"/>
              <a:gd name="connsiteX7" fmla="*/ 359613 w 700284"/>
              <a:gd name="connsiteY7" fmla="*/ 636219 h 700855"/>
              <a:gd name="connsiteX8" fmla="*/ 281379 w 700284"/>
              <a:gd name="connsiteY8" fmla="*/ 697171 h 700855"/>
              <a:gd name="connsiteX9" fmla="*/ 270878 w 700284"/>
              <a:gd name="connsiteY9" fmla="*/ 693296 h 700855"/>
              <a:gd name="connsiteX10" fmla="*/ 249683 w 700284"/>
              <a:gd name="connsiteY10" fmla="*/ 594642 h 700855"/>
              <a:gd name="connsiteX11" fmla="*/ 222287 w 700284"/>
              <a:gd name="connsiteY11" fmla="*/ 596385 h 700855"/>
              <a:gd name="connsiteX12" fmla="*/ 199038 w 700284"/>
              <a:gd name="connsiteY12" fmla="*/ 606925 h 700855"/>
              <a:gd name="connsiteX13" fmla="*/ 176913 w 700284"/>
              <a:gd name="connsiteY13" fmla="*/ 606034 h 700855"/>
              <a:gd name="connsiteX14" fmla="*/ 132584 w 700284"/>
              <a:gd name="connsiteY14" fmla="*/ 570462 h 700855"/>
              <a:gd name="connsiteX15" fmla="*/ 93835 w 700284"/>
              <a:gd name="connsiteY15" fmla="*/ 523267 h 700855"/>
              <a:gd name="connsiteX16" fmla="*/ 92789 w 700284"/>
              <a:gd name="connsiteY16" fmla="*/ 500017 h 700855"/>
              <a:gd name="connsiteX17" fmla="*/ 104995 w 700284"/>
              <a:gd name="connsiteY17" fmla="*/ 472700 h 700855"/>
              <a:gd name="connsiteX18" fmla="*/ 106855 w 700284"/>
              <a:gd name="connsiteY18" fmla="*/ 457200 h 700855"/>
              <a:gd name="connsiteX19" fmla="*/ 98563 w 700284"/>
              <a:gd name="connsiteY19" fmla="*/ 448869 h 700855"/>
              <a:gd name="connsiteX20" fmla="*/ 7930 w 700284"/>
              <a:gd name="connsiteY20" fmla="*/ 429689 h 700855"/>
              <a:gd name="connsiteX21" fmla="*/ 3667 w 700284"/>
              <a:gd name="connsiteY21" fmla="*/ 418413 h 700855"/>
              <a:gd name="connsiteX22" fmla="*/ 62798 w 700284"/>
              <a:gd name="connsiteY22" fmla="*/ 342349 h 700855"/>
              <a:gd name="connsiteX23" fmla="*/ 80855 w 700284"/>
              <a:gd name="connsiteY23" fmla="*/ 333631 h 700855"/>
              <a:gd name="connsiteX24" fmla="*/ 190785 w 700284"/>
              <a:gd name="connsiteY24" fmla="*/ 335297 h 700855"/>
              <a:gd name="connsiteX25" fmla="*/ 201441 w 700284"/>
              <a:gd name="connsiteY25" fmla="*/ 329795 h 700855"/>
              <a:gd name="connsiteX26" fmla="*/ 367401 w 700284"/>
              <a:gd name="connsiteY26" fmla="*/ 137407 h 700855"/>
              <a:gd name="connsiteX27" fmla="*/ 517707 w 700284"/>
              <a:gd name="connsiteY27" fmla="*/ 35305 h 700855"/>
              <a:gd name="connsiteX28" fmla="*/ 691495 w 700284"/>
              <a:gd name="connsiteY28" fmla="*/ 43 h 700855"/>
              <a:gd name="connsiteX29" fmla="*/ 697888 w 700284"/>
              <a:gd name="connsiteY29" fmla="*/ 43 h 700855"/>
              <a:gd name="connsiteX30" fmla="*/ 700097 w 700284"/>
              <a:gd name="connsiteY30" fmla="*/ 857 h 700855"/>
              <a:gd name="connsiteX31" fmla="*/ 480857 w 700284"/>
              <a:gd name="connsiteY31" fmla="*/ 276554 h 700855"/>
              <a:gd name="connsiteX32" fmla="*/ 538356 w 700284"/>
              <a:gd name="connsiteY32" fmla="*/ 218404 h 700855"/>
              <a:gd name="connsiteX33" fmla="*/ 480183 w 700284"/>
              <a:gd name="connsiteY33" fmla="*/ 160932 h 700855"/>
              <a:gd name="connsiteX34" fmla="*/ 422734 w 700284"/>
              <a:gd name="connsiteY34" fmla="*/ 219128 h 700855"/>
              <a:gd name="connsiteX35" fmla="*/ 480857 w 700284"/>
              <a:gd name="connsiteY35" fmla="*/ 276399 h 700855"/>
              <a:gd name="connsiteX36" fmla="*/ 480857 w 700284"/>
              <a:gd name="connsiteY36" fmla="*/ 276554 h 700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700284" h="700855">
                <a:moveTo>
                  <a:pt x="700097" y="857"/>
                </a:moveTo>
                <a:cubicBezTo>
                  <a:pt x="699400" y="13838"/>
                  <a:pt x="699283" y="27323"/>
                  <a:pt x="697850" y="40730"/>
                </a:cubicBezTo>
                <a:cubicBezTo>
                  <a:pt x="693498" y="85476"/>
                  <a:pt x="683513" y="129495"/>
                  <a:pt x="668129" y="171739"/>
                </a:cubicBezTo>
                <a:cubicBezTo>
                  <a:pt x="646159" y="230753"/>
                  <a:pt x="613881" y="282947"/>
                  <a:pt x="567848" y="326540"/>
                </a:cubicBezTo>
                <a:cubicBezTo>
                  <a:pt x="504804" y="386406"/>
                  <a:pt x="437846" y="441701"/>
                  <a:pt x="370811" y="497034"/>
                </a:cubicBezTo>
                <a:cubicBezTo>
                  <a:pt x="367149" y="499599"/>
                  <a:pt x="365092" y="503888"/>
                  <a:pt x="365386" y="508348"/>
                </a:cubicBezTo>
                <a:cubicBezTo>
                  <a:pt x="366045" y="545935"/>
                  <a:pt x="366277" y="583521"/>
                  <a:pt x="366975" y="621107"/>
                </a:cubicBezTo>
                <a:cubicBezTo>
                  <a:pt x="367370" y="627094"/>
                  <a:pt x="364568" y="632840"/>
                  <a:pt x="359613" y="636219"/>
                </a:cubicBezTo>
                <a:cubicBezTo>
                  <a:pt x="333418" y="656368"/>
                  <a:pt x="307457" y="676828"/>
                  <a:pt x="281379" y="697171"/>
                </a:cubicBezTo>
                <a:cubicBezTo>
                  <a:pt x="274404" y="702595"/>
                  <a:pt x="272777" y="702092"/>
                  <a:pt x="270878" y="693296"/>
                </a:cubicBezTo>
                <a:cubicBezTo>
                  <a:pt x="263748" y="660359"/>
                  <a:pt x="256735" y="627423"/>
                  <a:pt x="249683" y="594642"/>
                </a:cubicBezTo>
                <a:cubicBezTo>
                  <a:pt x="240809" y="590744"/>
                  <a:pt x="230595" y="591394"/>
                  <a:pt x="222287" y="596385"/>
                </a:cubicBezTo>
                <a:cubicBezTo>
                  <a:pt x="214809" y="600454"/>
                  <a:pt x="206439" y="602895"/>
                  <a:pt x="199038" y="606925"/>
                </a:cubicBezTo>
                <a:cubicBezTo>
                  <a:pt x="192203" y="611288"/>
                  <a:pt x="183376" y="610932"/>
                  <a:pt x="176913" y="606034"/>
                </a:cubicBezTo>
                <a:cubicBezTo>
                  <a:pt x="161684" y="594719"/>
                  <a:pt x="145914" y="583792"/>
                  <a:pt x="132584" y="570462"/>
                </a:cubicBezTo>
                <a:cubicBezTo>
                  <a:pt x="118666" y="555579"/>
                  <a:pt x="105724" y="539816"/>
                  <a:pt x="93835" y="523267"/>
                </a:cubicBezTo>
                <a:cubicBezTo>
                  <a:pt x="88628" y="516509"/>
                  <a:pt x="88209" y="507213"/>
                  <a:pt x="92789" y="500017"/>
                </a:cubicBezTo>
                <a:cubicBezTo>
                  <a:pt x="97517" y="491260"/>
                  <a:pt x="100539" y="481689"/>
                  <a:pt x="104995" y="472700"/>
                </a:cubicBezTo>
                <a:cubicBezTo>
                  <a:pt x="107413" y="467910"/>
                  <a:pt x="108068" y="462423"/>
                  <a:pt x="106855" y="457200"/>
                </a:cubicBezTo>
                <a:cubicBezTo>
                  <a:pt x="106541" y="452752"/>
                  <a:pt x="103011" y="449202"/>
                  <a:pt x="98563" y="448869"/>
                </a:cubicBezTo>
                <a:cubicBezTo>
                  <a:pt x="68339" y="442708"/>
                  <a:pt x="38154" y="436121"/>
                  <a:pt x="7930" y="429689"/>
                </a:cubicBezTo>
                <a:cubicBezTo>
                  <a:pt x="-1680" y="427635"/>
                  <a:pt x="-2300" y="426046"/>
                  <a:pt x="3667" y="418413"/>
                </a:cubicBezTo>
                <a:cubicBezTo>
                  <a:pt x="23429" y="393071"/>
                  <a:pt x="43346" y="368039"/>
                  <a:pt x="62798" y="342349"/>
                </a:cubicBezTo>
                <a:cubicBezTo>
                  <a:pt x="66808" y="336405"/>
                  <a:pt x="73706" y="333073"/>
                  <a:pt x="80855" y="333631"/>
                </a:cubicBezTo>
                <a:cubicBezTo>
                  <a:pt x="117511" y="334483"/>
                  <a:pt x="154167" y="334638"/>
                  <a:pt x="190785" y="335297"/>
                </a:cubicBezTo>
                <a:cubicBezTo>
                  <a:pt x="195055" y="335448"/>
                  <a:pt x="199092" y="333363"/>
                  <a:pt x="201441" y="329795"/>
                </a:cubicBezTo>
                <a:cubicBezTo>
                  <a:pt x="255224" y="264348"/>
                  <a:pt x="309549" y="199367"/>
                  <a:pt x="367401" y="137407"/>
                </a:cubicBezTo>
                <a:cubicBezTo>
                  <a:pt x="409164" y="92478"/>
                  <a:pt x="460549" y="57574"/>
                  <a:pt x="517707" y="35305"/>
                </a:cubicBezTo>
                <a:cubicBezTo>
                  <a:pt x="573129" y="13485"/>
                  <a:pt x="631950" y="1551"/>
                  <a:pt x="691495" y="43"/>
                </a:cubicBezTo>
                <a:cubicBezTo>
                  <a:pt x="693626" y="43"/>
                  <a:pt x="695757" y="43"/>
                  <a:pt x="697888" y="43"/>
                </a:cubicBezTo>
                <a:cubicBezTo>
                  <a:pt x="698160" y="-422"/>
                  <a:pt x="698547" y="-73"/>
                  <a:pt x="700097" y="857"/>
                </a:cubicBezTo>
                <a:moveTo>
                  <a:pt x="480857" y="276554"/>
                </a:moveTo>
                <a:cubicBezTo>
                  <a:pt x="512798" y="276383"/>
                  <a:pt x="538542" y="250344"/>
                  <a:pt x="538356" y="218404"/>
                </a:cubicBezTo>
                <a:cubicBezTo>
                  <a:pt x="538170" y="186467"/>
                  <a:pt x="512123" y="160730"/>
                  <a:pt x="480183" y="160932"/>
                </a:cubicBezTo>
                <a:cubicBezTo>
                  <a:pt x="448246" y="161129"/>
                  <a:pt x="422521" y="187192"/>
                  <a:pt x="422734" y="219128"/>
                </a:cubicBezTo>
                <a:cubicBezTo>
                  <a:pt x="423404" y="250809"/>
                  <a:pt x="449172" y="276197"/>
                  <a:pt x="480857" y="276399"/>
                </a:cubicBezTo>
                <a:lnTo>
                  <a:pt x="480857" y="276554"/>
                </a:lnTo>
              </a:path>
            </a:pathLst>
          </a:custGeom>
          <a:solidFill>
            <a:schemeClr val="accent1"/>
          </a:solidFill>
          <a:ln w="3841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任意多边形: 形状 8"/>
          <p:cNvSpPr/>
          <p:nvPr>
            <p:custDataLst>
              <p:tags r:id="rId4"/>
            </p:custDataLst>
          </p:nvPr>
        </p:nvSpPr>
        <p:spPr>
          <a:xfrm rot="21120000">
            <a:off x="8053777" y="2400774"/>
            <a:ext cx="148476" cy="148686"/>
          </a:xfrm>
          <a:custGeom>
            <a:avLst/>
            <a:gdLst>
              <a:gd name="connsiteX0" fmla="*/ 197772 w 197959"/>
              <a:gd name="connsiteY0" fmla="*/ 122284 h 198238"/>
              <a:gd name="connsiteX1" fmla="*/ 154 w 197959"/>
              <a:gd name="connsiteY1" fmla="*/ 198077 h 198238"/>
              <a:gd name="connsiteX2" fmla="*/ 19179 w 197959"/>
              <a:gd name="connsiteY2" fmla="*/ 74081 h 198238"/>
              <a:gd name="connsiteX3" fmla="*/ 75946 w 197959"/>
              <a:gd name="connsiteY3" fmla="*/ -162 h 198238"/>
              <a:gd name="connsiteX4" fmla="*/ 81410 w 197959"/>
              <a:gd name="connsiteY4" fmla="*/ 9216 h 198238"/>
              <a:gd name="connsiteX5" fmla="*/ 81138 w 197959"/>
              <a:gd name="connsiteY5" fmla="*/ 15415 h 198238"/>
              <a:gd name="connsiteX6" fmla="*/ 47543 w 197959"/>
              <a:gd name="connsiteY6" fmla="*/ 142937 h 198238"/>
              <a:gd name="connsiteX7" fmla="*/ 52813 w 197959"/>
              <a:gd name="connsiteY7" fmla="*/ 150067 h 198238"/>
              <a:gd name="connsiteX8" fmla="*/ 173476 w 197959"/>
              <a:gd name="connsiteY8" fmla="*/ 122168 h 198238"/>
              <a:gd name="connsiteX9" fmla="*/ 175879 w 197959"/>
              <a:gd name="connsiteY9" fmla="*/ 120657 h 198238"/>
              <a:gd name="connsiteX10" fmla="*/ 197772 w 197959"/>
              <a:gd name="connsiteY10" fmla="*/ 122284 h 198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97959" h="198238">
                <a:moveTo>
                  <a:pt x="197772" y="122284"/>
                </a:moveTo>
                <a:cubicBezTo>
                  <a:pt x="146507" y="186026"/>
                  <a:pt x="76217" y="197883"/>
                  <a:pt x="154" y="198077"/>
                </a:cubicBezTo>
                <a:cubicBezTo>
                  <a:pt x="-1629" y="154601"/>
                  <a:pt x="3409" y="113488"/>
                  <a:pt x="19179" y="74081"/>
                </a:cubicBezTo>
                <a:cubicBezTo>
                  <a:pt x="30684" y="44454"/>
                  <a:pt x="50368" y="18705"/>
                  <a:pt x="75946" y="-162"/>
                </a:cubicBezTo>
                <a:cubicBezTo>
                  <a:pt x="78007" y="2818"/>
                  <a:pt x="79836" y="5953"/>
                  <a:pt x="81410" y="9216"/>
                </a:cubicBezTo>
                <a:cubicBezTo>
                  <a:pt x="82188" y="11230"/>
                  <a:pt x="82088" y="13478"/>
                  <a:pt x="81138" y="15415"/>
                </a:cubicBezTo>
                <a:cubicBezTo>
                  <a:pt x="54712" y="53931"/>
                  <a:pt x="47621" y="97485"/>
                  <a:pt x="47543" y="142937"/>
                </a:cubicBezTo>
                <a:cubicBezTo>
                  <a:pt x="47543" y="146618"/>
                  <a:pt x="47311" y="150028"/>
                  <a:pt x="52813" y="150067"/>
                </a:cubicBezTo>
                <a:cubicBezTo>
                  <a:pt x="95437" y="150377"/>
                  <a:pt x="136161" y="144022"/>
                  <a:pt x="173476" y="122168"/>
                </a:cubicBezTo>
                <a:cubicBezTo>
                  <a:pt x="174290" y="121703"/>
                  <a:pt x="175104" y="121160"/>
                  <a:pt x="175879" y="120657"/>
                </a:cubicBezTo>
                <a:cubicBezTo>
                  <a:pt x="186380" y="113721"/>
                  <a:pt x="186341" y="113721"/>
                  <a:pt x="197772" y="122284"/>
                </a:cubicBezTo>
                <a:close/>
              </a:path>
            </a:pathLst>
          </a:custGeom>
          <a:solidFill>
            <a:schemeClr val="accent1"/>
          </a:solidFill>
          <a:ln w="3841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2" name="椭圆 5"/>
          <p:cNvSpPr/>
          <p:nvPr>
            <p:custDataLst>
              <p:tags r:id="rId5"/>
            </p:custDataLst>
          </p:nvPr>
        </p:nvSpPr>
        <p:spPr>
          <a:xfrm>
            <a:off x="8341446" y="2084529"/>
            <a:ext cx="92397" cy="9239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椭圆 6"/>
          <p:cNvSpPr/>
          <p:nvPr>
            <p:custDataLst>
              <p:tags r:id="rId6"/>
            </p:custDataLst>
          </p:nvPr>
        </p:nvSpPr>
        <p:spPr>
          <a:xfrm>
            <a:off x="1376905" y="2959442"/>
            <a:ext cx="365778" cy="366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6" name="椭圆 7"/>
          <p:cNvSpPr/>
          <p:nvPr>
            <p:custDataLst>
              <p:tags r:id="rId7"/>
            </p:custDataLst>
          </p:nvPr>
        </p:nvSpPr>
        <p:spPr>
          <a:xfrm>
            <a:off x="3151022" y="3895795"/>
            <a:ext cx="365778" cy="36625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8" name="椭圆 9"/>
          <p:cNvSpPr/>
          <p:nvPr>
            <p:custDataLst>
              <p:tags r:id="rId8"/>
            </p:custDataLst>
          </p:nvPr>
        </p:nvSpPr>
        <p:spPr>
          <a:xfrm>
            <a:off x="7025980" y="3187577"/>
            <a:ext cx="365778" cy="366254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9" name="椭圆 54"/>
          <p:cNvSpPr/>
          <p:nvPr>
            <p:custDataLst>
              <p:tags r:id="rId9"/>
            </p:custDataLst>
          </p:nvPr>
        </p:nvSpPr>
        <p:spPr>
          <a:xfrm>
            <a:off x="5411414" y="4298722"/>
            <a:ext cx="365778" cy="36625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30" name="图片 22" descr="333438303937363b333438313039323bcfeec4bfbcc6bbae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10955" y="4398740"/>
            <a:ext cx="166696" cy="166696"/>
          </a:xfrm>
          <a:prstGeom prst="rect">
            <a:avLst/>
          </a:prstGeom>
        </p:spPr>
      </p:pic>
      <p:pic>
        <p:nvPicPr>
          <p:cNvPr id="31" name="图片 26" descr="333438303937363b333438313038383bcfeec4bfd0a7c2ca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125521" y="3287118"/>
            <a:ext cx="166696" cy="166696"/>
          </a:xfrm>
          <a:prstGeom prst="rect">
            <a:avLst/>
          </a:prstGeom>
        </p:spPr>
      </p:pic>
      <p:pic>
        <p:nvPicPr>
          <p:cNvPr id="33" name="图片 31" descr="333438303937363b333438313037303bb6a8cebbb2fac6b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476446" y="3058984"/>
            <a:ext cx="166696" cy="166696"/>
          </a:xfrm>
          <a:prstGeom prst="rect">
            <a:avLst/>
          </a:prstGeom>
        </p:spPr>
      </p:pic>
      <p:pic>
        <p:nvPicPr>
          <p:cNvPr id="34" name="图片 36" descr="333438303937363b333438313035353bb2fac6b7c4a3d0cd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250087" y="3995336"/>
            <a:ext cx="166696" cy="166696"/>
          </a:xfrm>
          <a:prstGeom prst="rect">
            <a:avLst/>
          </a:prstGeom>
        </p:spPr>
      </p:pic>
      <p:sp>
        <p:nvSpPr>
          <p:cNvPr id="35" name="矩形 1"/>
          <p:cNvSpPr/>
          <p:nvPr>
            <p:custDataLst>
              <p:tags r:id="rId22"/>
            </p:custDataLst>
          </p:nvPr>
        </p:nvSpPr>
        <p:spPr>
          <a:xfrm>
            <a:off x="5677651" y="2333620"/>
            <a:ext cx="1694579" cy="7253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7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Data-driven decisions supported by filtering, grouping, aggregation.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36" name="矩形 4"/>
          <p:cNvSpPr/>
          <p:nvPr>
            <p:custDataLst>
              <p:tags r:id="rId23"/>
            </p:custDataLst>
          </p:nvPr>
        </p:nvSpPr>
        <p:spPr>
          <a:xfrm>
            <a:off x="3151022" y="3058984"/>
            <a:ext cx="1694579" cy="7253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7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Queries transformed raw sales data into actionable insights.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38" name="矩形 10"/>
          <p:cNvSpPr/>
          <p:nvPr>
            <p:custDataLst>
              <p:tags r:id="rId24"/>
            </p:custDataLst>
          </p:nvPr>
        </p:nvSpPr>
        <p:spPr>
          <a:xfrm>
            <a:off x="732508" y="3542401"/>
            <a:ext cx="1694579" cy="7253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7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SQL is essential for data analysis and business intelligence.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39" name="矩形 11"/>
          <p:cNvSpPr/>
          <p:nvPr>
            <p:custDataLst>
              <p:tags r:id="rId25"/>
            </p:custDataLst>
          </p:nvPr>
        </p:nvSpPr>
        <p:spPr>
          <a:xfrm>
            <a:off x="4913232" y="4754992"/>
            <a:ext cx="1694579" cy="72536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80000"/>
          </a:bodyPr>
          <a:p>
            <a:pPr algn="ct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Improved practical SQL and analytical skills.</a:t>
            </a:r>
            <a:endParaRPr lang="en-US" sz="14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486025" y="3986530"/>
            <a:ext cx="4114800" cy="319405"/>
          </a:xfrm>
          <a:prstGeom prst="parallelogram">
            <a:avLst>
              <a:gd name="adj" fmla="val 45603"/>
            </a:avLst>
          </a:prstGeom>
          <a:gradFill>
            <a:gsLst>
              <a:gs pos="26000">
                <a:schemeClr val="accent1">
                  <a:alpha val="12000"/>
                </a:schemeClr>
              </a:gs>
              <a:gs pos="100000">
                <a:schemeClr val="accent1">
                  <a:alpha val="20000"/>
                </a:schemeClr>
              </a:gs>
            </a:gsLst>
            <a:lin ang="0" scaled="0"/>
          </a:gradFill>
          <a:ln>
            <a:gradFill>
              <a:gsLst>
                <a:gs pos="0">
                  <a:schemeClr val="accent2">
                    <a:alpha val="50000"/>
                  </a:schemeClr>
                </a:gs>
                <a:gs pos="100000">
                  <a:schemeClr val="accent1"/>
                </a:gs>
              </a:gsLst>
              <a:lin ang="0" scaled="1"/>
            </a:gradFill>
          </a:ln>
        </p:spPr>
        <p:txBody>
          <a:bodyPr vert="horz" wrap="square" lIns="91440" tIns="0" rIns="91440" bIns="0" rtlCol="0" anchor="ctr" anchorCtr="0">
            <a:noAutofit/>
          </a:bodyPr>
          <a:lstStyle>
            <a:lvl1pPr marL="0" marR="0" lvl="0" indent="-228600" algn="ct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Tx/>
              <a:buNone/>
              <a:defRPr kumimoji="0" lang="en-US" sz="1400" b="1" i="0" u="none" strike="noStrike" kern="1200" cap="none" spc="0" normalizeH="0" baseline="0" noProof="1" dirty="0" smtClean="0">
                <a:ln>
                  <a:noFill/>
                  <a:prstDash val="sysDot"/>
                </a:ln>
                <a:solidFill>
                  <a:schemeClr val="accent1"/>
                </a:solidFill>
                <a:uFillTx/>
                <a:latin typeface="+mn-lt"/>
                <a:sym typeface="+mn-ea"/>
              </a:defRPr>
            </a:lvl1pPr>
            <a:lvl2pPr marL="6858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2pPr>
            <a:lvl3pPr marL="11430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3pPr>
            <a:lvl4pPr marL="16002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 smtClean="0">
                <a:solidFill>
                  <a:srgbClr val="FFFFFF"/>
                </a:solidFill>
                <a:uFillTx/>
                <a:latin typeface="+mn-ea"/>
              </a:defRPr>
            </a:lvl4pPr>
            <a:lvl5pPr marL="2057400" marR="0" indent="-228600" algn="l" defTabSz="914400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en-US" sz="1600" b="0" i="0" u="none" strike="noStrike" kern="1200" cap="none" spc="150" normalizeH="0" baseline="0" dirty="0">
                <a:solidFill>
                  <a:srgbClr val="FFFFFF"/>
                </a:solidFill>
                <a:uFillTx/>
                <a:latin typeface="+mn-ea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lnSpc>
                <a:spcPct val="280000"/>
              </a:lnSpc>
            </a:pPr>
            <a:r>
              <a:rPr>
                <a:solidFill>
                  <a:schemeClr val="accent1"/>
                </a:solidFill>
                <a:sym typeface="+mn-ea"/>
              </a:rPr>
              <a:t>Thank you for your attention!</a:t>
            </a:r>
            <a:endParaRPr>
              <a:solidFill>
                <a:schemeClr val="accent1"/>
              </a:solidFill>
            </a:endParaRPr>
          </a:p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文档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LINE_FORE_SCHEMECOLOR_INDEX_BRIGHTNESS" val="0"/>
  <p:tag name="KSO_WM_UNIT_LINE_FORE_SCHEMECOLOR_INDEX" val="14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3*i*3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CONTENT_GROUP_TYPE" val="contentchip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41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titlestyle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6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59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57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3.0"/>
  <p:tag name="KSO_WM_BEAUTIFY_FLAG" val="#wm#"/>
  <p:tag name="KSO_WM_TEMPLATE_CATEGORY" val="custom"/>
  <p:tag name="KSO_WM_TEMPLATE_INDEX" val="20233457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11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57"/>
</p:tagLst>
</file>

<file path=ppt/tags/tag79.xml><?xml version="1.0" encoding="utf-8"?>
<p:tagLst xmlns:p="http://schemas.openxmlformats.org/presentationml/2006/main">
  <p:tag name="KSO_WM_UNIT_INDEX" val="1"/>
  <p:tag name="KSO_WM_UNIT_TYPE" val="f"/>
  <p:tag name="KSO_WM_UNIT_SUBTYPE" val="a"/>
  <p:tag name="KSO_WM_BEAUTIFY_FLAG" val="#wm#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单击添加文档标题"/>
  <p:tag name="KSO_WM_UNIT_ID" val="_1*a*1"/>
</p:tagLst>
</file>

<file path=ppt/tags/tag81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0.75&quot;,&quot;top&quot;:&quot;54.85&quot;,&quot;width&quot;:&quot;554.35&quot;,&quot;height&quot;:&quot;329.9&quot;}"/>
  <p:tag name="KSO_WM_SLIDE_ID" val="custom20233457_1"/>
  <p:tag name="KSO_WM_TEMPLATE_SUBCATEGORY" val="29"/>
  <p:tag name="KSO_WM_TEMPLATE_MASTER_TYPE" val="0"/>
  <p:tag name="KSO_WM_TEMPLATE_COLOR_TYPE" val="0"/>
  <p:tag name="KSO_WM_SLIDE_TYPE" val="text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7"/>
  <p:tag name="KSO_WM_SLIDE_LAYOUT" val="a_b_f"/>
  <p:tag name="KSO_WM_SLIDE_LAYOUT_CNT" val="1_1_1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427_1*a*1"/>
  <p:tag name="KSO_WM_TEMPLATE_CATEGORY" val="diagram"/>
  <p:tag name="KSO_WM_TEMPLATE_INDEX" val="20238427"/>
  <p:tag name="KSO_WM_UNIT_LAYERLEVEL" val="1"/>
  <p:tag name="KSO_WM_TAG_VERSION" val="3.0"/>
  <p:tag name="KSO_WM_BEAUTIFY_FLAG" val="#wm#"/>
  <p:tag name="KSO_WM_UNIT_PRESET_TEXT" val="Your title here"/>
  <p:tag name="KSO_WM_UNIT_USESOURCEFORMAT_APPLY" val="1"/>
</p:tagLst>
</file>

<file path=ppt/tags/tag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427_1*l_h_f*1_1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427_1*l_h_f*1_4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427_1*l_h_f*1_3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diagram20238427_1*l_h_i*1_3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8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427_1*l_h_f*1_2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8427_1*l_h_i*1_2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427_1*l_h_i*1_1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7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diagram20238427_1*l_h_i*1_4_1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427_1*l_h_i*1_4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solid&quot;:{&quot;brightness&quot;:0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9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427_1*l_h_i*1_3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solid&quot;:{&quot;brightness&quot;:0.4000000059604645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  <p:tag name="KSO_WM_UNIT_TEXT_FILL_FORE_SCHEMECOLOR_INDEX" val="13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427_1*l_h_i*1_2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solid&quot;:{&quot;brightness&quot;:0.6000000238418579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TEXT_FILL_FORE_SCHEMECOLOR_INDEX" val="13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427_1*l_h_i*1_1_2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solid&quot;:{&quot;brightness&quot;:0.800000011920929,&quot;colorType&quot;:1,&quot;foreColorIndex&quot;:5,&quot;transparency&quot;:0.25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8"/>
  <p:tag name="KSO_WM_UNIT_TEXT_FILL_FORE_SCHEMECOLOR_INDEX" val="13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3"/>
  <p:tag name="KSO_WM_UNIT_ID" val="diagram20238427_1*l_h_i*1_1_3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6"/>
  <p:tag name="KSO_WM_UNIT_TEXT_FILL_FORE_SCHEMECOLOR_INDEX" val="13"/>
  <p:tag name="KSO_WM_UNIT_TEXT_FILL_TYPE" val="1"/>
  <p:tag name="KSO_WM_UNIT_USESOURCEFORMAT_APPLY" val="1"/>
</p:tagLst>
</file>

<file path=ppt/tags/tag9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3"/>
  <p:tag name="KSO_WM_UNIT_ID" val="diagram20238427_1*l_h_i*1_4_3"/>
  <p:tag name="KSO_WM_TEMPLATE_CATEGORY" val="diagram"/>
  <p:tag name="KSO_WM_TEMPLATE_INDEX" val="20238427"/>
  <p:tag name="KSO_WM_UNIT_LAYERLEVEL" val="1_1_1"/>
  <p:tag name="KSO_WM_TAG_VERSION" val="3.0"/>
  <p:tag name="KSO_WM_BEAUTIFY_FLAG" val="#wm#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i"/>
  <p:tag name="KSO_WM_UNIT_INDEX" val="1_2"/>
  <p:tag name="KSO_WM_UNIT_ID" val="diagram20238427_1*l_i*1_2"/>
  <p:tag name="KSO_WM_TEMPLATE_CATEGORY" val="diagram"/>
  <p:tag name="KSO_WM_TEMPLATE_INDEX" val="20238427"/>
  <p:tag name="KSO_WM_UNIT_LAYERLEVEL" val="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4"/>
  <p:tag name="KSO_WM_DIAGRAM_MIN_ITEMCNT" val="4"/>
  <p:tag name="KSO_WM_DIAGRAM_VIRTUALLY_FRAME" val="{&quot;height&quot;:244.292133883436,&quot;left&quot;:41.260393700787404,&quot;top&quot;:170.45787006615603,&quot;width&quot;:637.9943503937008}"/>
  <p:tag name="KSO_WM_DIAGRAM_COLOR_MATCH_VALUE" val="{&quot;shape&quot;:{&quot;fill&quot;:{&quot;solid&quot;:{&quot;brightness&quot;:0,&quot;colorType&quot;:2,&quot;rgb&quot;:&quot;#bfbfb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FILL_TYPE" val="1"/>
  <p:tag name="KSO_WM_UNIT_FILL_FORE_SCHEMECOLOR_INDEX" val="13"/>
  <p:tag name="KSO_WM_UNIT_FILL_FORE_SCHEMECOLOR_INDEX_BRIGHTNESS" val="0.75"/>
  <p:tag name="KSO_WM_UNIT_USESOURCEFORMAT_APPLY" val="1"/>
</p:tagLst>
</file>

<file path=ppt/tags/tag98.xml><?xml version="1.0" encoding="utf-8"?>
<p:tagLst xmlns:p="http://schemas.openxmlformats.org/presentationml/2006/main">
  <p:tag name="KSO_WM_SLIDE_ID" val="diagram20238427_1"/>
  <p:tag name="KSO_WM_TEMPLATE_SUBCATEGORY" val="0"/>
  <p:tag name="KSO_WM_TEMPLATE_MASTER_TYPE" val="0"/>
  <p:tag name="KSO_WM_TEMPLATE_COLOR_TYPE" val="0"/>
  <p:tag name="KSO_WM_SLIDE_ITEM_CNT" val="4"/>
  <p:tag name="KSO_WM_SLIDE_INDEX" val="1"/>
  <p:tag name="KSO_WM_TAG_VERSION" val="3.0"/>
  <p:tag name="KSO_WM_BEAUTIFY_FLAG" val="#wm#"/>
  <p:tag name="KSO_WM_TEMPLATE_CATEGORY" val="diagram"/>
  <p:tag name="KSO_WM_TEMPLATE_INDEX" val="20238427"/>
  <p:tag name="KSO_WM_SLIDE_TYPE" val="text"/>
  <p:tag name="KSO_WM_SLIDE_SUBTYPE" val="diag"/>
  <p:tag name="KSO_WM_SLIDE_SIZE" val="850.659*325.723"/>
  <p:tag name="KSO_WM_SLIDE_POSITION" val="55.0139*137.277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9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_3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CONTENTS"/>
  <p:tag name="KSO_WM_UNIT_USESOURCEFORMAT_APPLY" val="1"/>
</p:tagLst>
</file>

<file path=ppt/tags/tag10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3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0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3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0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3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3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3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3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3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3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08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109.xml><?xml version="1.0" encoding="utf-8"?>
<p:tagLst xmlns:p="http://schemas.openxmlformats.org/presentationml/2006/main">
  <p:tag name="KSO_WM_UNIT_ISCONTENTSTITLE" val="1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_3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CONTENTS"/>
  <p:tag name="KSO_WM_UNIT_USESOURCEFORMAT_APPLY" val="1"/>
</p:tagLst>
</file>

<file path=ppt/tags/tag11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5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1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5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1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5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1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5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5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5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5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1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5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5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5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6_1"/>
  <p:tag name="KSO_WM_UNIT_ID" val="diagram20238202_5*l_h_f*1_6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diagram20238202_5*l_h_i*1_6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277.93788847807053,&quot;left&quot;:41.21539370078739,&quot;top&quot;:147.67506166647652,&quot;width&quot;:638.20960629921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6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122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1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27_3*a*1"/>
  <p:tag name="KSO_WM_TEMPLATE_CATEGORY" val="diagram"/>
  <p:tag name="KSO_WM_TEMPLATE_INDEX" val="20238227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5"/>
  <p:tag name="KSO_WM_UNIT_TEXT_FILL_TYPE" val="1"/>
  <p:tag name="KSO_WM_UNIT_USESOURCEFORMAT_APPLY" val="1"/>
</p:tagLst>
</file>

<file path=ppt/tags/tag12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0.800000011920929,&quot;transparency&quot;:0.920000016689300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227_2*l_h_i*1_1_2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12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227_2*l_h_a*1_1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Your title here"/>
  <p:tag name="KSO_WM_UNIT_USESOURCEFORMAT_APPLY" val="1"/>
</p:tagLst>
</file>

<file path=ppt/tags/tag126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9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27_2*l_h_f*1_1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127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0.800000011920929,&quot;transparency&quot;:0.920000016689300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227_2*l_h_i*1_2_2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128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27_2*l_h_a*1_2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Your title here"/>
  <p:tag name="KSO_WM_UNIT_USESOURCEFORMAT_APPLY" val="1"/>
</p:tagLst>
</file>

<file path=ppt/tags/tag129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9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27_2*l_h_f*1_2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130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gradient&quot;:[{&quot;brightness&quot;:0,&quot;colorType&quot;:1,&quot;foreColorIndex&quot;:5,&quot;pos&quot;:0,&quot;transparency&quot;:1},{&quot;brightness&quot;:0,&quot;colorType&quot;:1,&quot;foreColorIndex&quot;:5,&quot;pos&quot;:0.800000011920929,&quot;transparency&quot;:0.920000016689300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227_2*l_h_i*1_3_2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131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27_2*l_h_a*1_3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Your title here"/>
  <p:tag name="KSO_WM_UNIT_USESOURCEFORMAT_APPLY" val="1"/>
</p:tagLst>
</file>

<file path=ppt/tags/tag132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98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227_2*l_h_f*1_3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133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27_2*l_h_i*1_1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01"/>
  <p:tag name="KSO_WM_UNIT_TEXT_FORE_SCHEMECOLOR_INDEX" val="5"/>
  <p:tag name="KSO_WM_UNIT_TEXT_LINE_FILL_TYPE" val="2"/>
  <p:tag name="KSO_WM_UNIT_USESOURCEFORMAT_APPLY" val="1"/>
</p:tagLst>
</file>

<file path=ppt/tags/tag134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27_2*l_h_i*1_2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02"/>
  <p:tag name="KSO_WM_UNIT_TEXT_FORE_SCHEMECOLOR_INDEX" val="6"/>
  <p:tag name="KSO_WM_UNIT_TEXT_LINE_FILL_TYPE" val="2"/>
  <p:tag name="KSO_WM_UNIT_USESOURCEFORMAT_APPLY" val="1"/>
</p:tagLst>
</file>

<file path=ppt/tags/tag135.xml><?xml version="1.0" encoding="utf-8"?>
<p:tagLst xmlns:p="http://schemas.openxmlformats.org/presentationml/2006/main">
  <p:tag name="KSO_WM_DIAGRAM_MAX_ITEMCNT" val="6"/>
  <p:tag name="KSO_WM_DIAGRAM_MIN_ITEMCNT" val="2"/>
  <p:tag name="KSO_WM_DIAGRAM_VIRTUALLY_FRAME" val="{&quot;height&quot;:292.3584548892568,&quot;left&quot;:41.1,&quot;top&quot;:153.07165838214326,&quot;width&quot;:637.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6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"/>
  <p:tag name="KSO_WM_UNIT_TEXT_FILL_TYPE" val="1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27_2*l_h_i*1_3_1"/>
  <p:tag name="KSO_WM_TEMPLATE_CATEGORY" val="diagram"/>
  <p:tag name="KSO_WM_TEMPLATE_INDEX" val="20238227"/>
  <p:tag name="KSO_WM_UNIT_LAYERLEVEL" val="1_1_1"/>
  <p:tag name="KSO_WM_TAG_VERSION" val="3.0"/>
  <p:tag name="KSO_WM_BEAUTIFY_FLAG" val="#wm#"/>
  <p:tag name="KSO_WM_UNIT_PRESET_TEXT" val="03"/>
  <p:tag name="KSO_WM_UNIT_TEXT_FORE_SCHEMECOLOR_INDEX" val="7"/>
  <p:tag name="KSO_WM_UNIT_TEXT_LINE_FILL_TYPE" val="2"/>
  <p:tag name="KSO_WM_UNIT_USESOURCEFORMAT_APPLY" val="1"/>
</p:tagLst>
</file>

<file path=ppt/tags/tag136.xml><?xml version="1.0" encoding="utf-8"?>
<p:tagLst xmlns:p="http://schemas.openxmlformats.org/presentationml/2006/main">
  <p:tag name="KSO_WM_SPECIAL_SOURCE" val="bdnull"/>
  <p:tag name="KSO_WM_SLIDE_ID" val="diagram20238227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850.4*387.517"/>
  <p:tag name="KSO_WM_SLIDE_POSITION" val="54.8*115.243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227"/>
  <p:tag name="KSO_WM_SLIDE_LAYOUT" val="a_l"/>
  <p:tag name="KSO_WM_SLIDE_LAYOUT_CNT" val="1_1"/>
</p:tagLst>
</file>

<file path=ppt/tags/tag137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38.xml><?xml version="1.0" encoding="utf-8"?>
<p:tagLst xmlns:p="http://schemas.openxmlformats.org/presentationml/2006/main">
  <p:tag name="KSO_WM_UNIT_INDEX" val="9"/>
  <p:tag name="KSO_WM_UNIT_TYPE" val="f"/>
  <p:tag name="KSO_WM_UNIT_SUBTYPE" val="a"/>
  <p:tag name="KSO_WM_BEAUTIFY_FLAG" val="#wm#"/>
</p:tagLst>
</file>

<file path=ppt/tags/tag139.xml><?xml version="1.0" encoding="utf-8"?>
<p:tagLst xmlns:p="http://schemas.openxmlformats.org/presentationml/2006/main">
  <p:tag name="KSO_WM_SLIDE_TYPE" val="text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306_2*a*1"/>
  <p:tag name="KSO_WM_TEMPLATE_CATEGORY" val="diagram"/>
  <p:tag name="KSO_WM_TEMPLATE_INDEX" val="20238306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UNIT_VALUE" val="25"/>
  <p:tag name="KSO_WM_DIAGRAM_GROUP_CODE" val="l1-1"/>
  <p:tag name="KSO_WM_UNIT_TYPE" val="a"/>
  <p:tag name="KSO_WM_UNIT_INDEX" val="1"/>
  <p:tag name="KSO_WM_UNIT_PRESET_TEXT" val="Your title here"/>
  <p:tag name="KSO_WM_UNIT_TEXT_FILL_FORE_SCHEMECOLOR_INDEX" val="5"/>
  <p:tag name="KSO_WM_UNIT_TEXT_FILL_TYPE" val="1"/>
  <p:tag name="KSO_WM_UNIT_USESOURCEFORMAT_APPLY" val="1"/>
</p:tagLst>
</file>

<file path=ppt/tags/tag14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06_1*l_h_i*1_1_2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57.8188897235057,&quot;left&quot;:58.94999999999999,&quot;top&quot;:171.1706929335227,&quot;width&quot;:602.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5"/>
  <p:tag name="KSO_WM_UNIT_TEXT_FILL_FORE_SCHEMECOLOR_INDEX" val="13"/>
  <p:tag name="KSO_WM_UNIT_TEXT_FILL_TYPE" val="1"/>
  <p:tag name="KSO_WM_UNIT_USESOURCEFORMAT_APPLY" val="1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306_1*l_h_i*1_1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57.8188897235057,&quot;left&quot;:58.94999999999999,&quot;top&quot;:171.1706929335227,&quot;width&quot;:602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1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306_1*l_h_f*1_1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57.8188897235057,&quot;left&quot;:58.94999999999999,&quot;top&quot;:171.1706929335227,&quot;width&quot;:602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USESOURCEFORMAT_APPLY" val="1"/>
</p:tagLst>
</file>

<file path=ppt/tags/tag14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306_1*l_h_a*1_1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57.8188897235057,&quot;left&quot;:58.94999999999999,&quot;top&quot;:171.1706929335227,&quot;width&quot;:602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151515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USESOURCEFORMAT_APPLY" val="1"/>
</p:tagLst>
</file>

<file path=ppt/tags/tag14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06_1*l_h_i*1_2_2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257.8188897235057,&quot;left&quot;:58.94999999999999,&quot;top&quot;:171.1706929335227,&quot;width&quot;:602.1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HADOW_SCHEMECOLOR_INDEX" val="6"/>
  <p:tag name="KSO_WM_UNIT_TEXT_FILL_FORE_SCHEMECOLOR_INDEX" val="13"/>
  <p:tag name="KSO_WM_UNIT_TEXT_FILL_TYPE" val="1"/>
  <p:tag name="KSO_WM_UNIT_USESOURCEFORMAT_APPLY" val="1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8306_1*l_h_i*1_2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57.8188897235057,&quot;left&quot;:58.94999999999999,&quot;top&quot;:171.1706929335227,&quot;width&quot;:602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1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306_1*l_h_f*1_2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57.8188897235057,&quot;left&quot;:58.94999999999999,&quot;top&quot;:171.1706929335227,&quot;width&quot;:602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404040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USESOURCEFORMAT_APPLY" val="1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306_1*l_h_a*1_2_1"/>
  <p:tag name="KSO_WM_TEMPLATE_CATEGORY" val="diagram"/>
  <p:tag name="KSO_WM_TEMPLATE_INDEX" val="20238306"/>
  <p:tag name="KSO_WM_UNIT_LAYERLEVEL" val="1_1_1"/>
  <p:tag name="KSO_WM_TAG_VERSION" val="3.0"/>
  <p:tag name="KSO_WM_BEAUTIFY_FLAG" val="#wm#"/>
  <p:tag name="KSO_WM_UNIT_TEXT_FILL_FORE_SCHEMECOLOR_INDEX_BRIGHTNESS" val="0.15"/>
  <p:tag name="KSO_WM_UNIT_TEXT_FILL_TYPE" val="1"/>
  <p:tag name="KSO_WM_DIAGRAM_VERSION" val="3"/>
  <p:tag name="KSO_WM_DIAGRAM_COLOR_TRICK" val="1"/>
  <p:tag name="KSO_WM_DIAGRAM_COLOR_TEXT_CAN_REMOVE" val="n"/>
  <p:tag name="KSO_WM_DIAGRAM_GROUP_CODE" val="l1-1"/>
  <p:tag name="KSO_WM_DIAGRAM_MAX_ITEMCNT" val="6"/>
  <p:tag name="KSO_WM_DIAGRAM_MIN_ITEMCNT" val="2"/>
  <p:tag name="KSO_WM_DIAGRAM_VIRTUALLY_FRAME" val="{&quot;height&quot;:257.8188897235057,&quot;left&quot;:58.94999999999999,&quot;top&quot;:171.1706929335227,&quot;width&quot;:602.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151515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USESOURCEFORMAT_APPLY" val="1"/>
</p:tagLst>
</file>

<file path=ppt/tags/tag149.xml><?xml version="1.0" encoding="utf-8"?>
<p:tagLst xmlns:p="http://schemas.openxmlformats.org/presentationml/2006/main">
  <p:tag name="KSO_WM_SLIDE_ID" val="diagram20238306_2"/>
  <p:tag name="KSO_WM_TEMPLATE_SUBCATEGORY" val="0"/>
  <p:tag name="KSO_WM_TEMPLATE_MASTER_TYPE" val="0"/>
  <p:tag name="KSO_WM_TEMPLATE_COLOR_TYPE" val="0"/>
  <p:tag name="KSO_WM_SLIDE_ITEM_CNT" val="3"/>
  <p:tag name="KSO_WM_SLIDE_INDEX" val="2"/>
  <p:tag name="KSO_WM_TAG_VERSION" val="3.0"/>
  <p:tag name="KSO_WM_BEAUTIFY_FLAG" val="#wm#"/>
  <p:tag name="KSO_WM_TEMPLATE_CATEGORY" val="diagram"/>
  <p:tag name="KSO_WM_TEMPLATE_INDEX" val="20238306"/>
  <p:tag name="KSO_WM_SLIDE_TYPE" val="text"/>
  <p:tag name="KSO_WM_SLIDE_SUBTYPE" val="diag"/>
  <p:tag name="KSO_WM_SLIDE_SIZE" val="802.8*343.686"/>
  <p:tag name="KSO_WM_SLIDE_POSITION" val="78.6*138.26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13_3*a*1"/>
  <p:tag name="KSO_WM_TEMPLATE_CATEGORY" val="diagram"/>
  <p:tag name="KSO_WM_TEMPLATE_INDEX" val="20238313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5"/>
  <p:tag name="KSO_WM_UNIT_TEXT_FILL_TYPE" val="1"/>
  <p:tag name="KSO_WM_UNIT_USESOURCEFORMAT_APPLY" val="1"/>
</p:tagLst>
</file>

<file path=ppt/tags/tag151.xml><?xml version="1.0" encoding="utf-8"?>
<p:tagLst xmlns:p="http://schemas.openxmlformats.org/presentationml/2006/main">
  <p:tag name="KSO_WM_UNIT_FILL_TYPE" val="1"/>
  <p:tag name="KSO_WM_UNIT_FILL_FORE_SCHEMECOLOR_INDEX" val="13"/>
  <p:tag name="KSO_WM_UNIT_FILL_FORE_SCHEMECOLOR_INDEX_BRIGHTNESS" val="0.5"/>
  <p:tag name="KSO_WM_DIAGRAM_MAX_ITEMCNT" val="4"/>
  <p:tag name="KSO_WM_DIAGRAM_MIN_ITEMCNT" val="2"/>
  <p:tag name="KSO_WM_DIAGRAM_VIRTUALLY_FRAME" val="{&quot;height&quot;:265.15554736554935,&quot;left&quot;:59.85000000000002,&quot;top&quot;:155.83429515413567,&quot;width&quot;:599.324999999999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8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13_1*l_h_f*1_2_1"/>
  <p:tag name="KSO_WM_TEMPLATE_CATEGORY" val="diagram"/>
  <p:tag name="KSO_WM_TEMPLATE_INDEX" val="20238313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52.xml><?xml version="1.0" encoding="utf-8"?>
<p:tagLst xmlns:p="http://schemas.openxmlformats.org/presentationml/2006/main">
  <p:tag name="KSO_WM_UNIT_TEXT_FILL_FORE_SCHEMECOLOR_INDEX_BRIGHTNESS" val="0.15"/>
  <p:tag name="KSO_WM_DIAGRAM_MAX_ITEMCNT" val="4"/>
  <p:tag name="KSO_WM_DIAGRAM_MIN_ITEMCNT" val="2"/>
  <p:tag name="KSO_WM_DIAGRAM_VIRTUALLY_FRAME" val="{&quot;height&quot;:265.15554736554935,&quot;left&quot;:59.85000000000002,&quot;top&quot;:155.83429515413567,&quot;width&quot;:599.3249999999999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13_1*l_h_a*1_2_1"/>
  <p:tag name="KSO_WM_TEMPLATE_CATEGORY" val="diagram"/>
  <p:tag name="KSO_WM_TEMPLATE_INDEX" val="20238313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53.xml><?xml version="1.0" encoding="utf-8"?>
<p:tagLst xmlns:p="http://schemas.openxmlformats.org/presentationml/2006/main">
  <p:tag name="KSO_WM_SPECIAL_SOURCE" val="bdnull"/>
  <p:tag name="KSO_WM_SLIDE_ID" val="diagram20238313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4"/>
  <p:tag name="KSO_WM_SLIDE_INDEX" val="3"/>
  <p:tag name="KSO_WM_SLIDE_SIZE" val="799.1*363.15"/>
  <p:tag name="KSO_WM_SLIDE_POSITION" val="79.8*112.95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13"/>
  <p:tag name="KSO_WM_SLIDE_LAYOUT" val="a_l"/>
  <p:tag name="KSO_WM_SLIDE_LAYOUT_CNT" val="1_1"/>
</p:tagLst>
</file>

<file path=ppt/tags/tag15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80_2*a*1"/>
  <p:tag name="KSO_WM_TEMPLATE_CATEGORY" val="diagram"/>
  <p:tag name="KSO_WM_TEMPLATE_INDEX" val="20238280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5"/>
  <p:tag name="KSO_WM_UNIT_TEXT_FILL_TYPE" val="1"/>
  <p:tag name="KSO_WM_UNIT_USESOURCEFORMAT_APPLY" val="1"/>
</p:tagLst>
</file>

<file path=ppt/tags/tag155.xml><?xml version="1.0" encoding="utf-8"?>
<p:tagLst xmlns:p="http://schemas.openxmlformats.org/presentationml/2006/main">
  <p:tag name="KSO_WM_DIAGRAM_MIN_ITEMCNT" val="2"/>
  <p:tag name="KSO_WM_DIAGRAM_MAX_ITEMCNT" val="3"/>
  <p:tag name="KSO_WM_DIAGRAM_VIRTUALLY_FRAME" val="{&quot;height&quot;:290.68607772873213,&quot;left&quot;:19.5,&quot;top&quot;:149.4437647909529,&quot;width&quot;:659.5313385826772}"/>
  <p:tag name="KSO_WM_DIAGRAM_COLOR_MATCH_VALUE" val="{&quot;shape&quot;:{&quot;fill&quot;:{&quot;solid&quot;:{&quot;brightness&quot;:0,&quot;colorType&quot;:2,&quot;rgb&quot;:&quot;#ebeeee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280_1*l_h_f*1_1_1"/>
  <p:tag name="KSO_WM_TEMPLATE_CATEGORY" val="diagram"/>
  <p:tag name="KSO_WM_TEMPLATE_INDEX" val="20238280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56.xml><?xml version="1.0" encoding="utf-8"?>
<p:tagLst xmlns:p="http://schemas.openxmlformats.org/presentationml/2006/main">
  <p:tag name="KSO_WM_SPECIAL_SOURCE" val="bdnull"/>
  <p:tag name="KSO_WM_SLIDE_ID" val="diagram20238280_2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3"/>
  <p:tag name="KSO_WM_SLIDE_INDEX" val="2"/>
  <p:tag name="KSO_WM_SLIDE_SIZE" val="850.625*375.45"/>
  <p:tag name="KSO_WM_SLIDE_POSITION" val="54.4999*109.258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280"/>
  <p:tag name="KSO_WM_SLIDE_LAYOUT" val="a_l"/>
  <p:tag name="KSO_WM_SLIDE_LAYOUT_CNT" val="1_1"/>
</p:tagLst>
</file>

<file path=ppt/tags/tag1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79_1*a*1"/>
  <p:tag name="KSO_WM_TEMPLATE_CATEGORY" val="diagram"/>
  <p:tag name="KSO_WM_TEMPLATE_INDEX" val="20238279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5"/>
  <p:tag name="KSO_WM_UNIT_TEXT_FILL_TYPE" val="1"/>
  <p:tag name="KSO_WM_UNIT_USESOURCEFORMAT_APPLY" val="1"/>
</p:tagLst>
</file>

<file path=ppt/tags/tag158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218.24377952755904,&quot;left&quot;:115.57576771653544,&quot;top&quot;:180.13968503937008,&quot;width&quot;:488.84840551181094}"/>
  <p:tag name="KSO_WM_DIAGRAM_COLOR_MATCH_VALUE" val="{&quot;shape&quot;:{&quot;fill&quot;:{&quot;solid&quot;:{&quot;brightness&quot;:0.80000001192092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8279_2*l_h_i*1_3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.8"/>
  <p:tag name="KSO_WM_UNIT_TEXT_FILL_FORE_SCHEMECOLOR_INDEX" val="2"/>
  <p:tag name="KSO_WM_UNIT_TEXT_FILL_TYPE" val="1"/>
  <p:tag name="KSO_WM_UNIT_USESOURCEFORMAT_APPLY" val="1"/>
</p:tagLst>
</file>

<file path=ppt/tags/tag159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218.24377952755904,&quot;left&quot;:115.57576771653544,&quot;top&quot;:180.13968503937008,&quot;width&quot;:488.848405511810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279_2*l_h_f*1_3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60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218.24377952755904,&quot;left&quot;:115.57576771653544,&quot;top&quot;:180.13968503937008,&quot;width&quot;:488.848405511810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279_2*l_h_a*1_3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61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218.24377952755904,&quot;left&quot;:115.57576771653544,&quot;top&quot;:180.13968503937008,&quot;width&quot;:488.8484055118109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279_2*l_h_i*1_2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62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218.24377952755904,&quot;left&quot;:115.57576771653544,&quot;top&quot;:180.13968503937008,&quot;width&quot;:488.848405511810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279_2*l_h_f*1_2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163.xml><?xml version="1.0" encoding="utf-8"?>
<p:tagLst xmlns:p="http://schemas.openxmlformats.org/presentationml/2006/main">
  <p:tag name="KSO_WM_DIAGRAM_MAX_ITEMCNT" val="4"/>
  <p:tag name="KSO_WM_DIAGRAM_MIN_ITEMCNT" val="2"/>
  <p:tag name="KSO_WM_DIAGRAM_VIRTUALLY_FRAME" val="{&quot;height&quot;:218.24377952755904,&quot;left&quot;:115.57576771653544,&quot;top&quot;:180.13968503937008,&quot;width&quot;:488.8484055118109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279_2*l_h_a*1_2_1"/>
  <p:tag name="KSO_WM_TEMPLATE_CATEGORY" val="diagram"/>
  <p:tag name="KSO_WM_TEMPLATE_INDEX" val="20238279"/>
  <p:tag name="KSO_WM_UNIT_LAYERLEVEL" val="1_1_1"/>
  <p:tag name="KSO_WM_TAG_VERSION" val="3.0"/>
  <p:tag name="KSO_WM_BEAUTIFY_FLAG" val="#wm#"/>
  <p:tag name="KSO_WM_UNIT_PRESET_TEXT" val="Your title here"/>
  <p:tag name="KSO_WM_UNIT_USESOURCEFORMAT_APPLY" val="1"/>
</p:tagLst>
</file>

<file path=ppt/tags/tag164.xml><?xml version="1.0" encoding="utf-8"?>
<p:tagLst xmlns:p="http://schemas.openxmlformats.org/presentationml/2006/main">
  <p:tag name="KSO_WM_SPECIAL_SOURCE" val="bdnull"/>
  <p:tag name="KSO_WM_SLIDE_ID" val="diagram20238279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651.798*379.654"/>
  <p:tag name="KSO_WM_SLIDE_POSITION" val="154.101*105.846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279"/>
  <p:tag name="KSO_WM_SLIDE_LAYOUT" val="a_l"/>
  <p:tag name="KSO_WM_SLIDE_LAYOUT_CNT" val="1_1"/>
</p:tagLst>
</file>

<file path=ppt/tags/tag165.xml><?xml version="1.0" encoding="utf-8"?>
<p:tagLst xmlns:p="http://schemas.openxmlformats.org/presentationml/2006/main">
  <p:tag name="KSO_WM_UNIT_INDEX" val="1"/>
  <p:tag name="KSO_WM_UNIT_TYPE" val="a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</p:tagLst>
</file>

<file path=ppt/tags/tag166.xml><?xml version="1.0" encoding="utf-8"?>
<p:tagLst xmlns:p="http://schemas.openxmlformats.org/presentationml/2006/main">
  <p:tag name="KSO_WM_UNIT_INDEX" val="5"/>
  <p:tag name="KSO_WM_UNIT_TYPE" val="f"/>
  <p:tag name="KSO_WM_UNIT_SUBTYPE" val="a"/>
  <p:tag name="KSO_WM_BEAUTIFY_FLAG" val="#wm#"/>
</p:tagLst>
</file>

<file path=ppt/tags/tag167.xml><?xml version="1.0" encoding="utf-8"?>
<p:tagLst xmlns:p="http://schemas.openxmlformats.org/presentationml/2006/main">
  <p:tag name="KSO_WM_SLIDE_TYPE" val="text"/>
  <p:tag name="KSO_WM_BEAUTIFY_FLAG" val="#wm#"/>
</p:tagLst>
</file>

<file path=ppt/tags/tag16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添加文档副标题"/>
</p:tagLst>
</file>

<file path=ppt/tags/tag1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单击添加文档标题"/>
</p:tagLst>
</file>

<file path=ppt/tags/tag170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0.75&quot;,&quot;top&quot;:&quot;54.85&quot;,&quot;width&quot;:&quot;554.35&quot;,&quot;height&quot;:&quot;329.9&quot;}"/>
  <p:tag name="KSO_WM_SLIDE_ID" val="custom2023345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7"/>
  <p:tag name="KSO_WM_SLIDE_LAYOUT" val="a_b_f"/>
  <p:tag name="KSO_WM_SLIDE_LAYOUT_CNT" val="1_1_1"/>
</p:tagLst>
</file>

<file path=ppt/tags/tag17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b"/>
  <p:tag name="KSO_WM_UNIT_INDEX" val="1"/>
  <p:tag name="KSO_WM_UNIT_ID" val="_1*b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添加文档副标题"/>
</p:tagLst>
</file>

<file path=ppt/tags/tag1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单击添加文档标题"/>
</p:tagLst>
</file>

<file path=ppt/tags/tag173.xml><?xml version="1.0" encoding="utf-8"?>
<p:tagLst xmlns:p="http://schemas.openxmlformats.org/presentationml/2006/main">
  <p:tag name="KSO_WM_SPECIAL_SOURCE" val="bdnull"/>
  <p:tag name="KSO_WM_TEMPLATE_THUMBS_INDEX" val="1、11"/>
  <p:tag name="KSO_WM_SLIDE_CONTENT_AREA" val="{&quot;left&quot;:&quot;40.75&quot;,&quot;top&quot;:&quot;54.85&quot;,&quot;width&quot;:&quot;554.35&quot;,&quot;height&quot;:&quot;329.9&quot;}"/>
  <p:tag name="KSO_WM_SLIDE_ID" val="custom2023345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57"/>
  <p:tag name="KSO_WM_SLIDE_LAYOUT" val="a_b_f"/>
  <p:tag name="KSO_WM_SLIDE_LAYOUT_CNT" val="1_1_1"/>
</p:tagLst>
</file>

<file path=ppt/tags/tag174.xml><?xml version="1.0" encoding="utf-8"?>
<p:tagLst xmlns:p="http://schemas.openxmlformats.org/presentationml/2006/main">
  <p:tag name="KSO_WM_UNIT_TEXT_FILL_FORE_SCHEMECOLOR_INDEX" val="13"/>
  <p:tag name="KSO_WM_UNIT_TEXT_FILL_TYPE" val="1"/>
  <p:tag name="KSO_WM_UNIT_USESOURCEFORMAT_APPLY" val="1"/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a"/>
  <p:tag name="KSO_WM_UNIT_INDEX" val="1"/>
  <p:tag name="KSO_WM_UNIT_ID" val="diagram20238366_3*a*1"/>
  <p:tag name="KSO_WM_TEMPLATE_CATEGORY" val="diagram"/>
  <p:tag name="KSO_WM_TEMPLATE_INDEX" val="20238366"/>
  <p:tag name="KSO_WM_UNIT_LAYERLEVEL" val="1"/>
  <p:tag name="KSO_WM_TAG_VERSION" val="3.0"/>
  <p:tag name="KSO_WM_BEAUTIFY_FLAG" val="#wm#"/>
  <p:tag name="KSO_WM_UNIT_PRESET_TEXT" val="Your title here"/>
</p:tagLst>
</file>

<file path=ppt/tags/tag175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6499999761581421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1"/>
  <p:tag name="KSO_WM_UNIT_ID" val="diagram20238366_1*m_i*1_1"/>
  <p:tag name="KSO_WM_TEMPLATE_CATEGORY" val="diagram"/>
  <p:tag name="KSO_WM_TEMPLATE_INDEX" val="20238366"/>
  <p:tag name="KSO_WM_UNIT_LAYERLEVEL" val="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13"/>
  <p:tag name="KSO_WM_UNIT_TEXT_FILL_TYPE" val="1"/>
  <p:tag name="KSO_WM_UNIT_USESOURCEFORMAT_APPLY" val="1"/>
</p:tagLst>
</file>

<file path=ppt/tags/tag176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2"/>
  <p:tag name="KSO_WM_UNIT_ID" val="diagram20238366_1*m_i*1_2"/>
  <p:tag name="KSO_WM_TEMPLATE_CATEGORY" val="diagram"/>
  <p:tag name="KSO_WM_TEMPLATE_INDEX" val="20238366"/>
  <p:tag name="KSO_WM_UNIT_LAYERLEVEL" val="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77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3"/>
  <p:tag name="KSO_WM_UNIT_ID" val="diagram20238366_1*m_i*1_3"/>
  <p:tag name="KSO_WM_TEMPLATE_CATEGORY" val="diagram"/>
  <p:tag name="KSO_WM_TEMPLATE_INDEX" val="20238366"/>
  <p:tag name="KSO_WM_UNIT_LAYERLEVEL" val="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178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i"/>
  <p:tag name="KSO_WM_UNIT_INDEX" val="1_4"/>
  <p:tag name="KSO_WM_UNIT_ID" val="diagram20238366_1*m_i*1_4"/>
  <p:tag name="KSO_WM_TEMPLATE_CATEGORY" val="diagram"/>
  <p:tag name="KSO_WM_TEMPLATE_INDEX" val="20238366"/>
  <p:tag name="KSO_WM_UNIT_LAYERLEVEL" val="1_1"/>
  <p:tag name="KSO_WM_TAG_VERSION" val="3.0"/>
  <p:tag name="KSO_WM_BEAUTIFY_FLAG" val="#wm#"/>
  <p:tag name="KSO_WM_UNIT_TEXT_FILL_FORE_SCHEMECOLOR_INDEX" val="2"/>
  <p:tag name="KSO_WM_UNIT_TEXT_FILL_TYPE" val="1"/>
  <p:tag name="KSO_WM_UNIT_USESOURCEFORMAT_APPLY" val="1"/>
</p:tagLst>
</file>

<file path=ppt/tags/tag179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1_1"/>
  <p:tag name="KSO_WM_UNIT_ID" val="diagram20238366_1*m_h_i*1_1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80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2_1"/>
  <p:tag name="KSO_WM_UNIT_ID" val="diagram20238366_1*m_h_i*1_2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81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4_1"/>
  <p:tag name="KSO_WM_UNIT_ID" val="diagram20238366_1*m_h_i*1_4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82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i"/>
  <p:tag name="KSO_WM_UNIT_INDEX" val="1_3_1"/>
  <p:tag name="KSO_WM_UNIT_ID" val="diagram20238366_1*m_h_i*1_3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FILL_TYPE" val="1"/>
  <p:tag name="KSO_WM_UNIT_FILL_FORE_SCHEMECOLOR_INDEX" val="5"/>
  <p:tag name="KSO_WM_UNI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183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2*6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3_1"/>
  <p:tag name="KSO_WM_UNIT_ID" val="diagram20238366_1*m_h_x*1_3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USESOURCEFORMAT_APPLY" val="1"/>
</p:tagLst>
</file>

<file path=ppt/tags/tag184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2*6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4_1"/>
  <p:tag name="KSO_WM_UNIT_ID" val="diagram20238366_1*m_h_x*1_4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USESOURCEFORMAT_APPLY" val="1"/>
</p:tagLst>
</file>

<file path=ppt/tags/tag185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2*6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1_1"/>
  <p:tag name="KSO_WM_UNIT_ID" val="diagram20238366_1*m_h_x*1_1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USESOURCEFORMAT_APPLY" val="1"/>
</p:tagLst>
</file>

<file path=ppt/tags/tag186.xml><?xml version="1.0" encoding="utf-8"?>
<p:tagLst xmlns:p="http://schemas.openxmlformats.org/presentationml/2006/main">
  <p:tag name="KSO_WM_DIAGRAM_MAX_ITEMCNT" val="6"/>
  <p:tag name="KSO_WM_DIAGRAM_MIN_ITEMCNT" val="4"/>
  <p:tag name="KSO_WM_DIAGRAM_VIRTUALLY_FRAME" val="{&quot;height&quot;:281.4220549159697,&quot;left&quot;:0.03750000000002274,&quot;top&quot;:153.05012411681835,&quot;width&quot;:674.3200984251969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VERSION" val="3"/>
  <p:tag name="KSO_WM_DIAGRAM_COLOR_TRICK" val="1"/>
  <p:tag name="KSO_WM_DIAGRAM_COLOR_TEXT_CAN_REMOVE" val="n"/>
  <p:tag name="KSO_WM_UNIT_VALUE" val="62*62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x"/>
  <p:tag name="KSO_WM_UNIT_INDEX" val="1_2_1"/>
  <p:tag name="KSO_WM_UNIT_ID" val="diagram20238366_1*m_h_x*1_2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USESOURCEFORMAT_APPLY" val="1"/>
</p:tagLst>
</file>

<file path=ppt/tags/tag187.xml><?xml version="1.0" encoding="utf-8"?>
<p:tagLst xmlns:p="http://schemas.openxmlformats.org/presentationml/2006/main">
  <p:tag name="KSO_WM_UNIT_TEXT_FILL_FORE_SCHEMECOLOR_INDEX_BRIGHTNESS" val="0.15"/>
  <p:tag name="KSO_WM_DIAGRAM_VIRTUALLY_FRAME" val="{&quot;height&quot;:281.4220549159697,&quot;left&quot;:0.03750000000002274,&quot;top&quot;:153.05012411681835,&quot;width&quot;:674.3200984251969}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4_1"/>
  <p:tag name="KSO_WM_UNIT_ID" val="diagram20238366_1*m_h_f*1_4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88.xml><?xml version="1.0" encoding="utf-8"?>
<p:tagLst xmlns:p="http://schemas.openxmlformats.org/presentationml/2006/main">
  <p:tag name="KSO_WM_UNIT_TEXT_FILL_FORE_SCHEMECOLOR_INDEX_BRIGHTNESS" val="0.15"/>
  <p:tag name="KSO_WM_DIAGRAM_VIRTUALLY_FRAME" val="{&quot;height&quot;:281.4220549159697,&quot;left&quot;:0.03750000000002274,&quot;top&quot;:153.05012411681835,&quot;width&quot;:674.3200984251969}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2_1"/>
  <p:tag name="KSO_WM_UNIT_ID" val="diagram20238366_1*m_h_f*1_2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89.xml><?xml version="1.0" encoding="utf-8"?>
<p:tagLst xmlns:p="http://schemas.openxmlformats.org/presentationml/2006/main">
  <p:tag name="KSO_WM_UNIT_TEXT_FILL_FORE_SCHEMECOLOR_INDEX_BRIGHTNESS" val="0.15"/>
  <p:tag name="KSO_WM_DIAGRAM_VIRTUALLY_FRAME" val="{&quot;height&quot;:281.4220549159697,&quot;left&quot;:0.03750000000002274,&quot;top&quot;:153.05012411681835,&quot;width&quot;:674.3200984251969}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1_1"/>
  <p:tag name="KSO_WM_UNIT_ID" val="diagram20238366_1*m_h_f*1_1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90.xml><?xml version="1.0" encoding="utf-8"?>
<p:tagLst xmlns:p="http://schemas.openxmlformats.org/presentationml/2006/main">
  <p:tag name="KSO_WM_UNIT_TEXT_FILL_FORE_SCHEMECOLOR_INDEX_BRIGHTNESS" val="0.15"/>
  <p:tag name="KSO_WM_DIAGRAM_VIRTUALLY_FRAME" val="{&quot;height&quot;:281.4220549159697,&quot;left&quot;:0.03750000000002274,&quot;top&quot;:153.05012411681835,&quot;width&quot;:674.3200984251969}"/>
  <p:tag name="KSO_WM_DIAGRAM_MAX_ITEMCNT" val="6"/>
  <p:tag name="KSO_WM_DIAGRAM_MIN_ITEMCNT" val="4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DIAGRAM_GROUP_CODE" val="m1-1"/>
  <p:tag name="KSO_WM_UNIT_TYPE" val="m_h_f"/>
  <p:tag name="KSO_WM_UNIT_INDEX" val="1_3_1"/>
  <p:tag name="KSO_WM_UNIT_ID" val="diagram20238366_1*m_h_f*1_3_1"/>
  <p:tag name="KSO_WM_TEMPLATE_CATEGORY" val="diagram"/>
  <p:tag name="KSO_WM_TEMPLATE_INDEX" val="20238366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91.xml><?xml version="1.0" encoding="utf-8"?>
<p:tagLst xmlns:p="http://schemas.openxmlformats.org/presentationml/2006/main">
  <p:tag name="KSO_WM_SPECIAL_SOURCE" val="bdnull"/>
  <p:tag name="KSO_WM_SLIDE_ID" val="diagram20238366_3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6"/>
  <p:tag name="KSO_WM_SLIDE_INDEX" val="3"/>
  <p:tag name="KSO_WM_SLIDE_SIZE" val="899.093*360.637"/>
  <p:tag name="KSO_WM_SLIDE_POSITION" val="0.05*121.363"/>
  <p:tag name="KSO_WM_DIAGRAM_GROUP_CODE" val="m1-1"/>
  <p:tag name="KSO_WM_SLIDE_DIAGTYPE" val="m"/>
  <p:tag name="KSO_WM_TAG_VERSION" val="3.0"/>
  <p:tag name="KSO_WM_BEAUTIFY_FLAG" val="#wm#"/>
  <p:tag name="KSO_WM_TEMPLATE_CATEGORY" val="diagram"/>
  <p:tag name="KSO_WM_TEMPLATE_INDEX" val="20238366"/>
  <p:tag name="KSO_WM_SLIDE_LAYOUT" val="a_m"/>
  <p:tag name="KSO_WM_SLIDE_LAYOUT_CNT" val="1_1"/>
</p:tagLst>
</file>

<file path=ppt/tags/tag192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  <p:tag name="KSO_WM_UNIT_SUBTYPE" val="b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f"/>
  <p:tag name="KSO_WM_UNIT_INDEX" val="3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Name"/>
</p:tagLst>
</file>

<file path=ppt/tags/tag19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a"/>
  <p:tag name="KSO_WM_UNIT_INDEX" val="1"/>
  <p:tag name="KSO_WM_UNIT_ID" val="_11*a*1"/>
  <p:tag name="KSO_WM_TEMPLATE_CATEGORY" val="custom"/>
  <p:tag name="KSO_WM_TEMPLATE_INDEX" val="20233457"/>
  <p:tag name="KSO_WM_UNIT_LAYERLEVEL" val="1"/>
  <p:tag name="KSO_WM_TAG_VERSION" val="3.0"/>
  <p:tag name="KSO_WM_BEAUTIFY_FLAG" val="#wm#"/>
  <p:tag name="KSO_WM_UNIT_PRESET_TEXT" val="感谢您的观看"/>
</p:tagLst>
</file>

<file path=ppt/tags/tag194.xml><?xml version="1.0" encoding="utf-8"?>
<p:tagLst xmlns:p="http://schemas.openxmlformats.org/presentationml/2006/main">
  <p:tag name="KSO_WM_SPECIAL_SOURCE" val="bdnull"/>
  <p:tag name="KSO_WM_SLIDE_CONTENT_AREA" val="{&quot;left&quot;:&quot;137.8&quot;,&quot;top&quot;:&quot;51.6&quot;,&quot;width&quot;:&quot;714.2&quot;,&quot;height&quot;:&quot;367.25&quot;}"/>
  <p:tag name="KSO_WM_SLIDE_ID" val="custom20233457_11"/>
  <p:tag name="KSO_WM_TEMPLATE_SUBCATEGORY" val="29"/>
  <p:tag name="KSO_WM_TEMPLATE_MASTER_TYPE" val="0"/>
  <p:tag name="KSO_WM_TEMPLATE_COLOR_TYPE" val="0"/>
  <p:tag name="KSO_WM_SLIDE_TYPE" val="endPage"/>
  <p:tag name="KSO_WM_SLIDE_SUBTYPE" val="pureTxt"/>
  <p:tag name="KSO_WM_SLIDE_ITEM_CNT" val="0"/>
  <p:tag name="KSO_WM_SLIDE_INDEX" val="11"/>
  <p:tag name="KSO_WM_TAG_VERSION" val="3.0"/>
  <p:tag name="KSO_WM_BEAUTIFY_FLAG" val="#wm#"/>
  <p:tag name="KSO_WM_TEMPLATE_CATEGORY" val="custom"/>
  <p:tag name="KSO_WM_TEMPLATE_INDEX" val="20233457"/>
  <p:tag name="KSO_WM_SLIDE_LAYOUT" val="a_f"/>
  <p:tag name="KSO_WM_SLIDE_LAYOUT_CNT" val="1_1"/>
</p:tagLst>
</file>

<file path=ppt/theme/theme1.xml><?xml version="1.0" encoding="utf-8"?>
<a:theme xmlns:a="http://schemas.openxmlformats.org/drawingml/2006/main" name="5_Office Theme">
  <a:themeElements>
    <a:clrScheme name="自定义 64">
      <a:dk1>
        <a:srgbClr val="000000"/>
      </a:dk1>
      <a:lt1>
        <a:srgbClr val="FFFFFF"/>
      </a:lt1>
      <a:dk2>
        <a:srgbClr val="003E28"/>
      </a:dk2>
      <a:lt2>
        <a:srgbClr val="ECFEF8"/>
      </a:lt2>
      <a:accent1>
        <a:srgbClr val="47FFBC"/>
      </a:accent1>
      <a:accent2>
        <a:srgbClr val="51E8C9"/>
      </a:accent2>
      <a:accent3>
        <a:srgbClr val="5AD2D6"/>
      </a:accent3>
      <a:accent4>
        <a:srgbClr val="64BBE3"/>
      </a:accent4>
      <a:accent5>
        <a:srgbClr val="6DA5F0"/>
      </a:accent5>
      <a:accent6>
        <a:srgbClr val="778EFD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2695</Words>
  <Application>WPS Presentation</Application>
  <PresentationFormat>On-screen Show (4:3)</PresentationFormat>
  <Paragraphs>157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Lato</vt:lpstr>
      <vt:lpstr>Manrope ExtraBold</vt:lpstr>
      <vt:lpstr>Inter Bold</vt:lpstr>
      <vt:lpstr>Segoe Print</vt:lpstr>
      <vt:lpstr>Inter</vt:lpstr>
      <vt:lpstr>Wingdings</vt:lpstr>
      <vt:lpstr>5_Office Theme</vt:lpstr>
      <vt:lpstr>SQL Data Analysis Project</vt:lpstr>
      <vt:lpstr>Project Objective</vt:lpstr>
      <vt:lpstr>Dataset Overview</vt:lpstr>
      <vt:lpstr>SQL Concepts Used</vt:lpstr>
      <vt:lpstr>Query 1 – Total Orders</vt:lpstr>
      <vt:lpstr>Query 2 – Most Expensive Products</vt:lpstr>
      <vt:lpstr>Your title here</vt:lpstr>
      <vt:lpstr>Your title here</vt:lpstr>
      <vt:lpstr>Your title here</vt:lpstr>
      <vt:lpstr>Your title here</vt:lpstr>
      <vt:lpstr>Query 7 – Overall Average Product Price</vt:lpstr>
      <vt:lpstr>Business Insights Summary</vt:lpstr>
      <vt:lpstr>Business Recommendations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أحمد شعبان أحمد</cp:lastModifiedBy>
  <cp:revision>2</cp:revision>
  <dcterms:created xsi:type="dcterms:W3CDTF">2013-01-27T09:14:00Z</dcterms:created>
  <dcterms:modified xsi:type="dcterms:W3CDTF">2026-05-29T05:52:54Z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36A4E2B6B6844E1C91144D5CCA655C5A_13</vt:lpwstr>
  </property>
  <property fmtid="{D5CDD505-2E9C-101B-9397-08002B2CF9AE}" pid="3" name="KSOProductBuildVer">
    <vt:lpwstr>1033-12.1.0.26880</vt:lpwstr>
  </property>
</Properties>
</file>